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Which folders must never be committed from a Unity project?
   Library/, Temp/, Obj/, Builds/, Logs/, UserSettings/.
Q2. Name the four Markdown files in the final repo.
   README.md, DESIGN-LOG.md, PLAYTEST.md, REFLECTION.md.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plaz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 and final GitHub submission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online via Canvas during finals week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must be in it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review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1–9 in one page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course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complete final repo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Ch. 1–9 for the final exam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final repo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via Canvas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GitHub submission checklist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syllabus. Missing items cost points even if the app is great.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project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Assets/, Packages/, ProjectSettings/ (no Library/, Temp/, Builds/)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.gitignore does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VR/AR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Zipped Windows build or APK as a GitHub Release, or a live WebXR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 / README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entries from concept to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DESIGN-LOG.md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Playtest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14 report + what you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PLAYTEST.md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reflection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built, learned, and would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is, screenshots, how to run it,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review: Ch. 1–9 in one page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covers everything. These are the big ideas per chapter.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1–2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/ AR / MR, 6DOF, stereo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components, colliders, materials, prefabs, lighting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Plug-in Management, OpenVR vs OpenXR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Rig, teleport, grab, actions not buttons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+ WebXR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Session, XR Origin, planes, raycasts, anchors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hit-test, the ECS pattern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054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5–6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64008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vs C# interaction, Animator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menu: place + swap prefab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28244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20" y="4320540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92252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7–8</a:t>
            </a:r>
            <a:endParaRPr lang="en-US" sz="1450" dirty="0"/>
          </a:p>
        </p:txBody>
      </p:sp>
      <p:sp>
        <p:nvSpPr>
          <p:cNvPr id="26" name="Text 17"/>
          <p:cNvSpPr txBox="1"/>
          <p:nvPr/>
        </p:nvSpPr>
        <p:spPr>
          <a:xfrm>
            <a:off x="446532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audio, particles, fog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Hands, gaze, multiplayer ownership + sync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810768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320540"/>
            <a:ext cx="329184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74776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</a:t>
            </a:r>
            <a:endParaRPr lang="en-US" sz="1450" dirty="0"/>
          </a:p>
        </p:txBody>
      </p:sp>
      <p:sp>
        <p:nvSpPr>
          <p:cNvPr id="30" name="Text 20"/>
          <p:cNvSpPr txBox="1"/>
          <p:nvPr/>
        </p:nvSpPr>
        <p:spPr>
          <a:xfrm>
            <a:off x="829056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Comfort, performance, audience, UX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PRs, reviews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used this semester is free and open.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Learn: VR Development pathway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XR SDK samples for Quest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WebXR showcases + IWSDK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repo: Meta-WebXR-Samples/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staff the VR Lab at campus events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jams: build something in 48 hours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folders must never be committed from a Unity project?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Markdown files in the final repo.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Final steps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final repo: project, build, DESIGN-LOG.md, PLAYTEST.md, REFLECTION.md, README.md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final exam on Canvas during finals week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building: bring your project to the next Alumni Weekend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16 — Final Exam (finals week)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exam and final GitHub submission</dc:title>
  <dc:subject>PptxGenJS Presentation</dc:subject>
  <dc:creator>PptxGenJS</dc:creator>
  <cp:lastModifiedBy>PptxGenJS</cp:lastModifiedBy>
  <cp:revision>1</cp:revision>
  <dcterms:created xsi:type="dcterms:W3CDTF">2026-09-28T00:20:11Z</dcterms:created>
  <dcterms:modified xsi:type="dcterms:W3CDTF">2026-09-28T00:20:11Z</dcterms:modified>
</cp:coreProperties>
</file>