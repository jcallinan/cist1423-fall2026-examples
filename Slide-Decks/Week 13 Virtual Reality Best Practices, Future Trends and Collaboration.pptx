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Frame-rate target for the Vive Pro 2?
   90 Hz, with no dropped frames.
Q2. Teleport or smooth locomotion for first-time users?
   Teleport.
Q3. What should a reviewer check besides "does it run"?
   Names, comments, no dead code, no Library/ or huge unused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golf_entran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practices, future trends, and collaborating on GitHub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pair programming and peer code review with branches and pull requests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best practices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audience, project management, UX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XR is heading, useful toolkits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pull requests, reviews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comfort, performance and UX rules to your project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current XR trends and useful toolkits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open a pull request, and review a classmate's code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+ trends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briefing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50–130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pair programming + PR review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130–145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680960" y="5440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145–150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8778240" y="5440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13 — Best Practices, Future Trends &amp; Collaboration (Ch. 9)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from Ch. 9, and from our lab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VR discomfort is a design bug, not a user problem.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90 Hz (Vive Pro 2) / 72+ Hz (Quest)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lighting, limit realtime shadows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 the headset, not the Editor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19506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835140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6377940" y="256032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First-timers at Alumni Weekend ≠ gamers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 added "fetch putter" and "reset ball" buttons for first-time players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45720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054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432054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640080" y="477774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vertical slices you can demo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log + issues on GitHub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scope before the showcase, not during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19506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4320540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35140" y="432054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&amp; UX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6377940" y="477774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 over smooth locomotion for new users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move the camera without the player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1–2 m away, large text, no head-locked panels</a:t>
            </a:r>
            <a:endParaRPr lang="en-US" sz="1450" dirty="0"/>
          </a:p>
        </p:txBody>
      </p:sp>
      <p:sp>
        <p:nvSpPr>
          <p:cNvPr id="23" name="Text 1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13 — Best Practices, Future Trends &amp; Collaboration (Ch. 9)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 worth watching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just in this course's examples.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reality is default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passthrough, Vision Pro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understand your room (planes, meshes)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spatial web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WebXR, Meta's Immersive Web SDK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URL, not a store build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pipeline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Photogrammetry → our Panther model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assistants, generated textures and audio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57200" y="413766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20540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432054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&amp; eyes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640080" y="477774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Controller-free input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tracking for foveated rendering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282440" y="413766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20" y="4320540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922520" y="432054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by default</a:t>
            </a:r>
            <a:endParaRPr lang="en-US" sz="1450" dirty="0"/>
          </a:p>
        </p:txBody>
      </p:sp>
      <p:sp>
        <p:nvSpPr>
          <p:cNvPr id="26" name="Text 17"/>
          <p:cNvSpPr txBox="1"/>
          <p:nvPr/>
        </p:nvSpPr>
        <p:spPr>
          <a:xfrm>
            <a:off x="4465320" y="477774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spaces, co-presence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WaterWorks relay: ~300 lines of Node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8107680" y="4137660"/>
            <a:ext cx="359664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560" y="4320540"/>
            <a:ext cx="329184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747760" y="432054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Toolkits (Asset Store)</a:t>
            </a:r>
            <a:endParaRPr lang="en-US" sz="1450" dirty="0"/>
          </a:p>
        </p:txBody>
      </p:sp>
      <p:sp>
        <p:nvSpPr>
          <p:cNvPr id="30" name="Text 20"/>
          <p:cNvSpPr txBox="1"/>
          <p:nvPr/>
        </p:nvSpPr>
        <p:spPr>
          <a:xfrm>
            <a:off x="8290560" y="4777740"/>
            <a:ext cx="32308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Plugin, XRI, Meta XR SDK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DOTween, ProBuilder, Cinemachine</a:t>
            </a:r>
            <a:endParaRPr lang="en-US" sz="1250" dirty="0"/>
          </a:p>
        </p:txBody>
      </p:sp>
      <p:sp>
        <p:nvSpPr>
          <p:cNvPr id="31" name="Text 2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13 — Best Practices, Future Trends &amp; Collaboration (Ch. 9)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branch, pair, pull request, review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driver, one navigator, swap every 20 minutes. Then review each other's PR.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start from an up-to-date 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 &amp;&amp; git pull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feature/gaze-dwell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pair: driver types, navigator reviews, swap every 20 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Assets/Scripts/GazeDwell.cs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head-gaze dwell selection"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feature/gaze-dwell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open a pull request, ask your partner to review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 --fill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reviewer: comment on lines, request changes or approve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review --approve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merge, then delete the branch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merge --squash --delete-branch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reviewers check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run? (pull the branch, press Play)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comments, no dead code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Library/, Temp/ or giant unused assets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repo hygiene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repo's GolfVR: 1.37 GB untracked → 615 MB after ignoring unused Asset Store folders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13 — Best Practices, Future Trends &amp; Collaboration (Ch. 9)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Frame-rate target for the Vive Pro 2?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1104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1104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 or smooth locomotion for first-time users?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362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33628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 reviewer check besides "does it run"?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13 — Best Practices, Future Trends &amp; Collaboration (Ch. 9)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revised project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"Collaboration Example": your PR link, the review comments, what you changed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at least two Ch. 9 best practices and say which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testing and polishing (peer playtests)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13 — Best Practices, Future Trends &amp; Collaboration (Ch. 9)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practices, future trends, and collaborating on GitHub</dc:title>
  <dc:subject>PptxGenJS Presentation</dc:subject>
  <dc:creator>PptxGenJS</dc:creator>
  <cp:lastModifiedBy>PptxGenJS</cp:lastModifiedBy>
  <cp:revision>1</cp:revision>
  <dcterms:created xsi:type="dcterms:W3CDTF">2026-09-28T00:20:10Z</dcterms:created>
  <dcterms:modified xsi:type="dcterms:W3CDTF">2026-09-28T00:20:10Z</dcterms:modified>
</cp:coreProperties>
</file>