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6" r:id="rId2"/>
    <p:sldId id="287" r:id="rId3"/>
    <p:sldId id="288" r:id="rId4"/>
    <p:sldId id="258" r:id="rId5"/>
    <p:sldId id="259" r:id="rId6"/>
    <p:sldId id="260" r:id="rId7"/>
    <p:sldId id="261" r:id="rId8"/>
    <p:sldId id="266" r:id="rId9"/>
    <p:sldId id="278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4" r:id="rId20"/>
    <p:sldId id="285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3DD15-6F67-76E2-F720-791437C63190}" v="196" dt="2026-09-02T20:36:48.023"/>
    <p1510:client id="{9D2CCEA4-DA57-C846-716B-227BD28702F3}" v="443" dt="2026-09-02T17:18:10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inan, Jeremy Patrick" userId="S::jpcst52@pitt.edu::05b16630-c484-475e-961c-c3ca0a9ffb3b" providerId="AD" clId="Web-{3333DD15-6F67-76E2-F720-791437C63190}"/>
    <pc:docChg chg="addSld delSld modSld">
      <pc:chgData name="Callinan, Jeremy Patrick" userId="S::jpcst52@pitt.edu::05b16630-c484-475e-961c-c3ca0a9ffb3b" providerId="AD" clId="Web-{3333DD15-6F67-76E2-F720-791437C63190}" dt="2026-09-02T20:36:46.898" v="134" actId="20577"/>
      <pc:docMkLst>
        <pc:docMk/>
      </pc:docMkLst>
      <pc:sldChg chg="del">
        <pc:chgData name="Callinan, Jeremy Patrick" userId="S::jpcst52@pitt.edu::05b16630-c484-475e-961c-c3ca0a9ffb3b" providerId="AD" clId="Web-{3333DD15-6F67-76E2-F720-791437C63190}" dt="2026-09-02T20:16:54.974" v="9"/>
        <pc:sldMkLst>
          <pc:docMk/>
          <pc:sldMk cId="0" sldId="257"/>
        </pc:sldMkLst>
      </pc:sldChg>
      <pc:sldChg chg="delSp modSp">
        <pc:chgData name="Callinan, Jeremy Patrick" userId="S::jpcst52@pitt.edu::05b16630-c484-475e-961c-c3ca0a9ffb3b" providerId="AD" clId="Web-{3333DD15-6F67-76E2-F720-791437C63190}" dt="2026-09-02T20:35:02.912" v="86" actId="20577"/>
        <pc:sldMkLst>
          <pc:docMk/>
          <pc:sldMk cId="0" sldId="258"/>
        </pc:sldMkLst>
        <pc:spChg chg="mod">
          <ac:chgData name="Callinan, Jeremy Patrick" userId="S::jpcst52@pitt.edu::05b16630-c484-475e-961c-c3ca0a9ffb3b" providerId="AD" clId="Web-{3333DD15-6F67-76E2-F720-791437C63190}" dt="2026-09-02T20:35:02.912" v="86" actId="20577"/>
          <ac:spMkLst>
            <pc:docMk/>
            <pc:sldMk cId="0" sldId="258"/>
            <ac:spMk id="5" creationId="{00000000-0000-0000-0000-000000000000}"/>
          </ac:spMkLst>
        </pc:spChg>
        <pc:spChg chg="del">
          <ac:chgData name="Callinan, Jeremy Patrick" userId="S::jpcst52@pitt.edu::05b16630-c484-475e-961c-c3ca0a9ffb3b" providerId="AD" clId="Web-{3333DD15-6F67-76E2-F720-791437C63190}" dt="2026-09-02T20:32:58.911" v="6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3:23.802" v="66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3:15.020" v="65" actId="20577"/>
          <ac:spMkLst>
            <pc:docMk/>
            <pc:sldMk cId="0" sldId="258"/>
            <ac:spMk id="15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3333DD15-6F67-76E2-F720-791437C63190}" dt="2026-09-02T20:34:01.505" v="76" actId="20577"/>
        <pc:sldMkLst>
          <pc:docMk/>
          <pc:sldMk cId="0" sldId="259"/>
        </pc:sldMkLst>
        <pc:spChg chg="mod">
          <ac:chgData name="Callinan, Jeremy Patrick" userId="S::jpcst52@pitt.edu::05b16630-c484-475e-961c-c3ca0a9ffb3b" providerId="AD" clId="Web-{3333DD15-6F67-76E2-F720-791437C63190}" dt="2026-09-02T20:33:47.349" v="74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4:01.505" v="76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3333DD15-6F67-76E2-F720-791437C63190}" dt="2026-09-02T20:34:47.318" v="84" actId="14100"/>
        <pc:sldMkLst>
          <pc:docMk/>
          <pc:sldMk cId="0" sldId="260"/>
        </pc:sldMkLst>
        <pc:spChg chg="mod">
          <ac:chgData name="Callinan, Jeremy Patrick" userId="S::jpcst52@pitt.edu::05b16630-c484-475e-961c-c3ca0a9ffb3b" providerId="AD" clId="Web-{3333DD15-6F67-76E2-F720-791437C63190}" dt="2026-09-02T20:34:47.318" v="84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4:11.818" v="79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4:40.209" v="8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Callinan, Jeremy Patrick" userId="S::jpcst52@pitt.edu::05b16630-c484-475e-961c-c3ca0a9ffb3b" providerId="AD" clId="Web-{3333DD15-6F67-76E2-F720-791437C63190}" dt="2026-09-02T20:34:30.381" v="81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3333DD15-6F67-76E2-F720-791437C63190}" dt="2026-09-02T20:16:03.614" v="0" actId="20577"/>
        <pc:sldMkLst>
          <pc:docMk/>
          <pc:sldMk cId="109857222" sldId="286"/>
        </pc:sldMkLst>
        <pc:spChg chg="mod">
          <ac:chgData name="Callinan, Jeremy Patrick" userId="S::jpcst52@pitt.edu::05b16630-c484-475e-961c-c3ca0a9ffb3b" providerId="AD" clId="Web-{3333DD15-6F67-76E2-F720-791437C63190}" dt="2026-09-02T20:16:03.614" v="0" actId="20577"/>
          <ac:spMkLst>
            <pc:docMk/>
            <pc:sldMk cId="109857222" sldId="286"/>
            <ac:spMk id="12" creationId="{7FA0F112-BD4D-023E-9210-0C02F25D616E}"/>
          </ac:spMkLst>
        </pc:spChg>
      </pc:sldChg>
      <pc:sldChg chg="modSp">
        <pc:chgData name="Callinan, Jeremy Patrick" userId="S::jpcst52@pitt.edu::05b16630-c484-475e-961c-c3ca0a9ffb3b" providerId="AD" clId="Web-{3333DD15-6F67-76E2-F720-791437C63190}" dt="2026-09-02T20:16:37.802" v="8" actId="20577"/>
        <pc:sldMkLst>
          <pc:docMk/>
          <pc:sldMk cId="2003230111" sldId="287"/>
        </pc:sldMkLst>
        <pc:graphicFrameChg chg="modGraphic">
          <ac:chgData name="Callinan, Jeremy Patrick" userId="S::jpcst52@pitt.edu::05b16630-c484-475e-961c-c3ca0a9ffb3b" providerId="AD" clId="Web-{3333DD15-6F67-76E2-F720-791437C63190}" dt="2026-09-02T20:16:37.802" v="8" actId="20577"/>
          <ac:graphicFrameMkLst>
            <pc:docMk/>
            <pc:sldMk cId="2003230111" sldId="287"/>
            <ac:graphicFrameMk id="5" creationId="{68C8ADE0-C53B-9C16-EFDA-A40A4722987D}"/>
          </ac:graphicFrameMkLst>
        </pc:graphicFrameChg>
        <pc:picChg chg="mod">
          <ac:chgData name="Callinan, Jeremy Patrick" userId="S::jpcst52@pitt.edu::05b16630-c484-475e-961c-c3ca0a9ffb3b" providerId="AD" clId="Web-{3333DD15-6F67-76E2-F720-791437C63190}" dt="2026-09-02T20:16:11.395" v="1" actId="1076"/>
          <ac:picMkLst>
            <pc:docMk/>
            <pc:sldMk cId="2003230111" sldId="287"/>
            <ac:picMk id="22" creationId="{E88E5629-B802-2126-5912-2439E795AD9E}"/>
          </ac:picMkLst>
        </pc:picChg>
      </pc:sldChg>
      <pc:sldChg chg="addSp delSp modSp new">
        <pc:chgData name="Callinan, Jeremy Patrick" userId="S::jpcst52@pitt.edu::05b16630-c484-475e-961c-c3ca0a9ffb3b" providerId="AD" clId="Web-{3333DD15-6F67-76E2-F720-791437C63190}" dt="2026-09-02T20:36:46.898" v="134" actId="20577"/>
        <pc:sldMkLst>
          <pc:docMk/>
          <pc:sldMk cId="1782753772" sldId="288"/>
        </pc:sldMkLst>
        <pc:spChg chg="del">
          <ac:chgData name="Callinan, Jeremy Patrick" userId="S::jpcst52@pitt.edu::05b16630-c484-475e-961c-c3ca0a9ffb3b" providerId="AD" clId="Web-{3333DD15-6F67-76E2-F720-791437C63190}" dt="2026-09-02T20:19:29.116" v="12"/>
          <ac:spMkLst>
            <pc:docMk/>
            <pc:sldMk cId="1782753772" sldId="288"/>
            <ac:spMk id="2" creationId="{19F52AD3-AF41-5744-326B-77337BB4FE39}"/>
          </ac:spMkLst>
        </pc:spChg>
        <pc:spChg chg="del">
          <ac:chgData name="Callinan, Jeremy Patrick" userId="S::jpcst52@pitt.edu::05b16630-c484-475e-961c-c3ca0a9ffb3b" providerId="AD" clId="Web-{3333DD15-6F67-76E2-F720-791437C63190}" dt="2026-09-02T20:19:29.116" v="11"/>
          <ac:spMkLst>
            <pc:docMk/>
            <pc:sldMk cId="1782753772" sldId="288"/>
            <ac:spMk id="3" creationId="{4F07E166-B78C-F190-7F14-B5282172F43A}"/>
          </ac:spMkLst>
        </pc:spChg>
        <pc:spChg chg="add mod">
          <ac:chgData name="Callinan, Jeremy Patrick" userId="S::jpcst52@pitt.edu::05b16630-c484-475e-961c-c3ca0a9ffb3b" providerId="AD" clId="Web-{3333DD15-6F67-76E2-F720-791437C63190}" dt="2026-09-02T20:36:46.898" v="134" actId="20577"/>
          <ac:spMkLst>
            <pc:docMk/>
            <pc:sldMk cId="1782753772" sldId="288"/>
            <ac:spMk id="5" creationId="{E96DDFDC-0607-AC36-7E61-8FECE7B3FDCB}"/>
          </ac:spMkLst>
        </pc:spChg>
        <pc:picChg chg="add mod">
          <ac:chgData name="Callinan, Jeremy Patrick" userId="S::jpcst52@pitt.edu::05b16630-c484-475e-961c-c3ca0a9ffb3b" providerId="AD" clId="Web-{3333DD15-6F67-76E2-F720-791437C63190}" dt="2026-09-02T20:25:10.937" v="61" actId="1076"/>
          <ac:picMkLst>
            <pc:docMk/>
            <pc:sldMk cId="1782753772" sldId="288"/>
            <ac:picMk id="4" creationId="{5475ED22-BB02-CE8D-5C61-60610FDBFA84}"/>
          </ac:picMkLst>
        </pc:picChg>
        <pc:picChg chg="add mod">
          <ac:chgData name="Callinan, Jeremy Patrick" userId="S::jpcst52@pitt.edu::05b16630-c484-475e-961c-c3ca0a9ffb3b" providerId="AD" clId="Web-{3333DD15-6F67-76E2-F720-791437C63190}" dt="2026-09-02T20:35:32.928" v="95" actId="1076"/>
          <ac:picMkLst>
            <pc:docMk/>
            <pc:sldMk cId="1782753772" sldId="288"/>
            <ac:picMk id="7" creationId="{4A4BE708-1ADA-2209-5313-F67FDC747317}"/>
          </ac:picMkLst>
        </pc:picChg>
        <pc:picChg chg="add mod">
          <ac:chgData name="Callinan, Jeremy Patrick" userId="S::jpcst52@pitt.edu::05b16630-c484-475e-961c-c3ca0a9ffb3b" providerId="AD" clId="Web-{3333DD15-6F67-76E2-F720-791437C63190}" dt="2026-09-02T20:36:02.944" v="99" actId="14100"/>
          <ac:picMkLst>
            <pc:docMk/>
            <pc:sldMk cId="1782753772" sldId="288"/>
            <ac:picMk id="9" creationId="{1A788CCB-59F8-7A09-4BF6-5F89C8D9391E}"/>
          </ac:picMkLst>
        </pc:picChg>
      </pc:sldChg>
    </pc:docChg>
  </pc:docChgLst>
  <pc:docChgLst>
    <pc:chgData name="Callinan, Jeremy Patrick" userId="S::jpcst52@pitt.edu::05b16630-c484-475e-961c-c3ca0a9ffb3b" providerId="AD" clId="Web-{6E277CBC-7D8B-E6F9-94A5-5BF9BD7DBF56}"/>
    <pc:docChg chg="delSld modSld">
      <pc:chgData name="Callinan, Jeremy Patrick" userId="S::jpcst52@pitt.edu::05b16630-c484-475e-961c-c3ca0a9ffb3b" providerId="AD" clId="Web-{6E277CBC-7D8B-E6F9-94A5-5BF9BD7DBF56}" dt="2026-08-31T16:43:24.548" v="40" actId="20577"/>
      <pc:docMkLst>
        <pc:docMk/>
      </pc:docMkLst>
      <pc:sldChg chg="delSp modSp">
        <pc:chgData name="Callinan, Jeremy Patrick" userId="S::jpcst52@pitt.edu::05b16630-c484-475e-961c-c3ca0a9ffb3b" providerId="AD" clId="Web-{6E277CBC-7D8B-E6F9-94A5-5BF9BD7DBF56}" dt="2026-08-31T16:41:39.297" v="12"/>
        <pc:sldMkLst>
          <pc:docMk/>
          <pc:sldMk cId="0" sldId="257"/>
        </pc:sldMkLst>
        <pc:spChg chg="mod">
          <ac:chgData name="Callinan, Jeremy Patrick" userId="S::jpcst52@pitt.edu::05b16630-c484-475e-961c-c3ca0a9ffb3b" providerId="AD" clId="Web-{6E277CBC-7D8B-E6F9-94A5-5BF9BD7DBF56}" dt="2026-08-31T16:41:32.797" v="11" actId="20577"/>
          <ac:spMkLst>
            <pc:docMk/>
            <pc:sldMk cId="0" sldId="257"/>
            <ac:spMk id="12" creationId="{00000000-0000-0000-0000-000000000000}"/>
          </ac:spMkLst>
        </pc:spChg>
      </pc:sldChg>
      <pc:sldChg chg="delSp">
        <pc:chgData name="Callinan, Jeremy Patrick" userId="S::jpcst52@pitt.edu::05b16630-c484-475e-961c-c3ca0a9ffb3b" providerId="AD" clId="Web-{6E277CBC-7D8B-E6F9-94A5-5BF9BD7DBF56}" dt="2026-08-31T16:42:22.813" v="30"/>
        <pc:sldMkLst>
          <pc:docMk/>
          <pc:sldMk cId="0" sldId="276"/>
        </pc:sldMkLst>
      </pc:sldChg>
      <pc:sldChg chg="delSp modSp">
        <pc:chgData name="Callinan, Jeremy Patrick" userId="S::jpcst52@pitt.edu::05b16630-c484-475e-961c-c3ca0a9ffb3b" providerId="AD" clId="Web-{6E277CBC-7D8B-E6F9-94A5-5BF9BD7DBF56}" dt="2026-08-31T16:43:24.548" v="40" actId="20577"/>
        <pc:sldMkLst>
          <pc:docMk/>
          <pc:sldMk cId="0" sldId="278"/>
        </pc:sldMkLst>
        <pc:spChg chg="mod">
          <ac:chgData name="Callinan, Jeremy Patrick" userId="S::jpcst52@pitt.edu::05b16630-c484-475e-961c-c3ca0a9ffb3b" providerId="AD" clId="Web-{6E277CBC-7D8B-E6F9-94A5-5BF9BD7DBF56}" dt="2026-08-31T16:43:24.548" v="40" actId="20577"/>
          <ac:spMkLst>
            <pc:docMk/>
            <pc:sldMk cId="0" sldId="278"/>
            <ac:spMk id="34" creationId="{00000000-0000-0000-0000-000000000000}"/>
          </ac:spMkLst>
        </pc:spChg>
      </pc:sldChg>
      <pc:sldChg chg="delSp">
        <pc:chgData name="Callinan, Jeremy Patrick" userId="S::jpcst52@pitt.edu::05b16630-c484-475e-961c-c3ca0a9ffb3b" providerId="AD" clId="Web-{6E277CBC-7D8B-E6F9-94A5-5BF9BD7DBF56}" dt="2026-08-31T16:41:50.235" v="24"/>
        <pc:sldMkLst>
          <pc:docMk/>
          <pc:sldMk cId="0" sldId="280"/>
        </pc:sldMkLst>
      </pc:sldChg>
    </pc:docChg>
  </pc:docChgLst>
  <pc:docChgLst>
    <pc:chgData name="Callinan, Jeremy Patrick" userId="S::jpcst52@pitt.edu::05b16630-c484-475e-961c-c3ca0a9ffb3b" providerId="AD" clId="Web-{9D2CCEA4-DA57-C846-716B-227BD28702F3}"/>
    <pc:docChg chg="delSld modSld sldOrd">
      <pc:chgData name="Callinan, Jeremy Patrick" userId="S::jpcst52@pitt.edu::05b16630-c484-475e-961c-c3ca0a9ffb3b" providerId="AD" clId="Web-{9D2CCEA4-DA57-C846-716B-227BD28702F3}" dt="2026-09-02T17:18:10.670" v="391"/>
      <pc:docMkLst>
        <pc:docMk/>
      </pc:docMkLst>
      <pc:sldChg chg="modSp del">
        <pc:chgData name="Callinan, Jeremy Patrick" userId="S::jpcst52@pitt.edu::05b16630-c484-475e-961c-c3ca0a9ffb3b" providerId="AD" clId="Web-{9D2CCEA4-DA57-C846-716B-227BD28702F3}" dt="2026-09-02T14:11:02.160" v="57"/>
        <pc:sldMkLst>
          <pc:docMk/>
          <pc:sldMk cId="0" sldId="256"/>
        </pc:sldMkLst>
        <pc:spChg chg="mod">
          <ac:chgData name="Callinan, Jeremy Patrick" userId="S::jpcst52@pitt.edu::05b16630-c484-475e-961c-c3ca0a9ffb3b" providerId="AD" clId="Web-{9D2CCEA4-DA57-C846-716B-227BD28702F3}" dt="2026-09-02T12:25:34.190" v="11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9D2CCEA4-DA57-C846-716B-227BD28702F3}" dt="2026-09-02T14:11:42.384" v="99" actId="20577"/>
        <pc:sldMkLst>
          <pc:docMk/>
          <pc:sldMk cId="0" sldId="257"/>
        </pc:sldMkLst>
        <pc:spChg chg="mod">
          <ac:chgData name="Callinan, Jeremy Patrick" userId="S::jpcst52@pitt.edu::05b16630-c484-475e-961c-c3ca0a9ffb3b" providerId="AD" clId="Web-{9D2CCEA4-DA57-C846-716B-227BD28702F3}" dt="2026-09-02T14:11:10.302" v="63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2:25:49.472" v="13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2:25:57.972" v="19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11:24.428" v="70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11:42.384" v="99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9D2CCEA4-DA57-C846-716B-227BD28702F3}" dt="2026-09-02T14:11:59.667" v="101" actId="20577"/>
        <pc:sldMkLst>
          <pc:docMk/>
          <pc:sldMk cId="0" sldId="258"/>
        </pc:sldMkLst>
        <pc:spChg chg="mod">
          <ac:chgData name="Callinan, Jeremy Patrick" userId="S::jpcst52@pitt.edu::05b16630-c484-475e-961c-c3ca0a9ffb3b" providerId="AD" clId="Web-{9D2CCEA4-DA57-C846-716B-227BD28702F3}" dt="2026-09-02T12:26:14.551" v="26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11:59.667" v="101" actId="20577"/>
          <ac:spMkLst>
            <pc:docMk/>
            <pc:sldMk cId="0" sldId="258"/>
            <ac:spMk id="14" creationId="{00000000-0000-0000-0000-000000000000}"/>
          </ac:spMkLst>
        </pc:spChg>
      </pc:sldChg>
      <pc:sldChg chg="delSp modSp">
        <pc:chgData name="Callinan, Jeremy Patrick" userId="S::jpcst52@pitt.edu::05b16630-c484-475e-961c-c3ca0a9ffb3b" providerId="AD" clId="Web-{9D2CCEA4-DA57-C846-716B-227BD28702F3}" dt="2026-09-02T14:22:57.479" v="221" actId="20577"/>
        <pc:sldMkLst>
          <pc:docMk/>
          <pc:sldMk cId="0" sldId="259"/>
        </pc:sldMkLst>
        <pc:spChg chg="del">
          <ac:chgData name="Callinan, Jeremy Patrick" userId="S::jpcst52@pitt.edu::05b16630-c484-475e-961c-c3ca0a9ffb3b" providerId="AD" clId="Web-{9D2CCEA4-DA57-C846-716B-227BD28702F3}" dt="2026-09-02T14:22:39.901" v="203"/>
          <ac:spMkLst>
            <pc:docMk/>
            <pc:sldMk cId="0" sldId="259"/>
            <ac:spMk id="6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22:39.901" v="201"/>
          <ac:spMkLst>
            <pc:docMk/>
            <pc:sldMk cId="0" sldId="259"/>
            <ac:spMk id="8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479" v="20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495" v="206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10" v="20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10" v="20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57.479" v="221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26" v="211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42" v="21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57" v="214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2:46.557" v="215" actId="1076"/>
          <ac:spMkLst>
            <pc:docMk/>
            <pc:sldMk cId="0" sldId="259"/>
            <ac:spMk id="20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3:22.082" v="106"/>
          <ac:spMkLst>
            <pc:docMk/>
            <pc:sldMk cId="0" sldId="259"/>
            <ac:spMk id="21" creationId="{00000000-0000-0000-0000-000000000000}"/>
          </ac:spMkLst>
        </pc:spChg>
        <pc:picChg chg="del">
          <ac:chgData name="Callinan, Jeremy Patrick" userId="S::jpcst52@pitt.edu::05b16630-c484-475e-961c-c3ca0a9ffb3b" providerId="AD" clId="Web-{9D2CCEA4-DA57-C846-716B-227BD28702F3}" dt="2026-09-02T14:22:39.901" v="202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Callinan, Jeremy Patrick" userId="S::jpcst52@pitt.edu::05b16630-c484-475e-961c-c3ca0a9ffb3b" providerId="AD" clId="Web-{9D2CCEA4-DA57-C846-716B-227BD28702F3}" dt="2026-09-02T14:22:46.495" v="205" actId="1076"/>
          <ac:picMkLst>
            <pc:docMk/>
            <pc:sldMk cId="0" sldId="259"/>
            <ac:picMk id="10" creationId="{00000000-0000-0000-0000-000000000000}"/>
          </ac:picMkLst>
        </pc:picChg>
        <pc:picChg chg="mod">
          <ac:chgData name="Callinan, Jeremy Patrick" userId="S::jpcst52@pitt.edu::05b16630-c484-475e-961c-c3ca0a9ffb3b" providerId="AD" clId="Web-{9D2CCEA4-DA57-C846-716B-227BD28702F3}" dt="2026-09-02T14:22:46.526" v="209" actId="1076"/>
          <ac:picMkLst>
            <pc:docMk/>
            <pc:sldMk cId="0" sldId="259"/>
            <ac:picMk id="14" creationId="{00000000-0000-0000-0000-000000000000}"/>
          </ac:picMkLst>
        </pc:picChg>
        <pc:picChg chg="mod">
          <ac:chgData name="Callinan, Jeremy Patrick" userId="S::jpcst52@pitt.edu::05b16630-c484-475e-961c-c3ca0a9ffb3b" providerId="AD" clId="Web-{9D2CCEA4-DA57-C846-716B-227BD28702F3}" dt="2026-09-02T14:22:46.542" v="213" actId="1076"/>
          <ac:picMkLst>
            <pc:docMk/>
            <pc:sldMk cId="0" sldId="259"/>
            <ac:picMk id="18" creationId="{00000000-0000-0000-0000-000000000000}"/>
          </ac:picMkLst>
        </pc:picChg>
      </pc:sldChg>
      <pc:sldChg chg="modSp">
        <pc:chgData name="Callinan, Jeremy Patrick" userId="S::jpcst52@pitt.edu::05b16630-c484-475e-961c-c3ca0a9ffb3b" providerId="AD" clId="Web-{9D2CCEA4-DA57-C846-716B-227BD28702F3}" dt="2026-09-02T14:23:15.183" v="230" actId="20577"/>
        <pc:sldMkLst>
          <pc:docMk/>
          <pc:sldMk cId="0" sldId="260"/>
        </pc:sldMkLst>
        <pc:spChg chg="mod">
          <ac:chgData name="Callinan, Jeremy Patrick" userId="S::jpcst52@pitt.edu::05b16630-c484-475e-961c-c3ca0a9ffb3b" providerId="AD" clId="Web-{9D2CCEA4-DA57-C846-716B-227BD28702F3}" dt="2026-09-02T14:23:06.292" v="22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4:23:15.183" v="230" actId="20577"/>
          <ac:spMkLst>
            <pc:docMk/>
            <pc:sldMk cId="0" sldId="260"/>
            <ac:spMk id="11" creationId="{00000000-0000-0000-0000-000000000000}"/>
          </ac:spMkLst>
        </pc:spChg>
      </pc:sldChg>
      <pc:sldChg chg="delSp">
        <pc:chgData name="Callinan, Jeremy Patrick" userId="S::jpcst52@pitt.edu::05b16630-c484-475e-961c-c3ca0a9ffb3b" providerId="AD" clId="Web-{9D2CCEA4-DA57-C846-716B-227BD28702F3}" dt="2026-09-02T14:17:26.738" v="154"/>
        <pc:sldMkLst>
          <pc:docMk/>
          <pc:sldMk cId="0" sldId="261"/>
        </pc:sldMkLst>
        <pc:spChg chg="del">
          <ac:chgData name="Callinan, Jeremy Patrick" userId="S::jpcst52@pitt.edu::05b16630-c484-475e-961c-c3ca0a9ffb3b" providerId="AD" clId="Web-{9D2CCEA4-DA57-C846-716B-227BD28702F3}" dt="2026-09-02T14:17:26.738" v="154"/>
          <ac:spMkLst>
            <pc:docMk/>
            <pc:sldMk cId="0" sldId="261"/>
            <ac:spMk id="27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26.738" v="153"/>
          <ac:spMkLst>
            <pc:docMk/>
            <pc:sldMk cId="0" sldId="261"/>
            <ac:spMk id="28" creationId="{00000000-0000-0000-0000-000000000000}"/>
          </ac:spMkLst>
        </pc:spChg>
      </pc:sldChg>
      <pc:sldChg chg="del">
        <pc:chgData name="Callinan, Jeremy Patrick" userId="S::jpcst52@pitt.edu::05b16630-c484-475e-961c-c3ca0a9ffb3b" providerId="AD" clId="Web-{9D2CCEA4-DA57-C846-716B-227BD28702F3}" dt="2026-09-02T12:28:25.633" v="39"/>
        <pc:sldMkLst>
          <pc:docMk/>
          <pc:sldMk cId="0" sldId="262"/>
        </pc:sldMkLst>
      </pc:sldChg>
      <pc:sldChg chg="del">
        <pc:chgData name="Callinan, Jeremy Patrick" userId="S::jpcst52@pitt.edu::05b16630-c484-475e-961c-c3ca0a9ffb3b" providerId="AD" clId="Web-{9D2CCEA4-DA57-C846-716B-227BD28702F3}" dt="2026-09-02T12:28:27.774" v="40"/>
        <pc:sldMkLst>
          <pc:docMk/>
          <pc:sldMk cId="0" sldId="263"/>
        </pc:sldMkLst>
      </pc:sldChg>
      <pc:sldChg chg="del">
        <pc:chgData name="Callinan, Jeremy Patrick" userId="S::jpcst52@pitt.edu::05b16630-c484-475e-961c-c3ca0a9ffb3b" providerId="AD" clId="Web-{9D2CCEA4-DA57-C846-716B-227BD28702F3}" dt="2026-09-02T12:38:04.482" v="41"/>
        <pc:sldMkLst>
          <pc:docMk/>
          <pc:sldMk cId="0" sldId="264"/>
        </pc:sldMkLst>
      </pc:sldChg>
      <pc:sldChg chg="del">
        <pc:chgData name="Callinan, Jeremy Patrick" userId="S::jpcst52@pitt.edu::05b16630-c484-475e-961c-c3ca0a9ffb3b" providerId="AD" clId="Web-{9D2CCEA4-DA57-C846-716B-227BD28702F3}" dt="2026-09-02T17:16:26.428" v="363"/>
        <pc:sldMkLst>
          <pc:docMk/>
          <pc:sldMk cId="0" sldId="265"/>
        </pc:sldMkLst>
      </pc:sldChg>
      <pc:sldChg chg="modSp">
        <pc:chgData name="Callinan, Jeremy Patrick" userId="S::jpcst52@pitt.edu::05b16630-c484-475e-961c-c3ca0a9ffb3b" providerId="AD" clId="Web-{9D2CCEA4-DA57-C846-716B-227BD28702F3}" dt="2026-09-02T17:18:10.670" v="391"/>
        <pc:sldMkLst>
          <pc:docMk/>
          <pc:sldMk cId="0" sldId="266"/>
        </pc:sldMkLst>
        <pc:spChg chg="mod">
          <ac:chgData name="Callinan, Jeremy Patrick" userId="S::jpcst52@pitt.edu::05b16630-c484-475e-961c-c3ca0a9ffb3b" providerId="AD" clId="Web-{9D2CCEA4-DA57-C846-716B-227BD28702F3}" dt="2026-09-02T17:16:07.380" v="351"/>
          <ac:spMkLst>
            <pc:docMk/>
            <pc:sldMk cId="0" sldId="266"/>
            <ac:spMk id="19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8:10.592" v="38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6:07.380" v="352"/>
          <ac:spMkLst>
            <pc:docMk/>
            <pc:sldMk cId="0" sldId="266"/>
            <ac:spMk id="23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8:10.592" v="389"/>
          <ac:spMkLst>
            <pc:docMk/>
            <pc:sldMk cId="0" sldId="266"/>
            <ac:spMk id="24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6:07.380" v="35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8:10.592" v="39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6:07.490" v="354"/>
          <ac:spMkLst>
            <pc:docMk/>
            <pc:sldMk cId="0" sldId="266"/>
            <ac:spMk id="31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8:10.670" v="391"/>
          <ac:spMkLst>
            <pc:docMk/>
            <pc:sldMk cId="0" sldId="266"/>
            <ac:spMk id="32" creationId="{00000000-0000-0000-0000-000000000000}"/>
          </ac:spMkLst>
        </pc:spChg>
      </pc:sldChg>
      <pc:sldChg chg="modSp">
        <pc:chgData name="Callinan, Jeremy Patrick" userId="S::jpcst52@pitt.edu::05b16630-c484-475e-961c-c3ca0a9ffb3b" providerId="AD" clId="Web-{9D2CCEA4-DA57-C846-716B-227BD28702F3}" dt="2026-09-02T17:15:10.126" v="342" actId="20577"/>
        <pc:sldMkLst>
          <pc:docMk/>
          <pc:sldMk cId="0" sldId="267"/>
        </pc:sldMkLst>
        <pc:spChg chg="mod">
          <ac:chgData name="Callinan, Jeremy Patrick" userId="S::jpcst52@pitt.edu::05b16630-c484-475e-961c-c3ca0a9ffb3b" providerId="AD" clId="Web-{9D2CCEA4-DA57-C846-716B-227BD28702F3}" dt="2026-09-02T17:15:10.126" v="342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08:18.377" v="245" actId="20577"/>
          <ac:spMkLst>
            <pc:docMk/>
            <pc:sldMk cId="0" sldId="267"/>
            <ac:spMk id="26" creationId="{00000000-0000-0000-0000-000000000000}"/>
          </ac:spMkLst>
        </pc:spChg>
      </pc:sldChg>
      <pc:sldChg chg="addSp delSp modSp">
        <pc:chgData name="Callinan, Jeremy Patrick" userId="S::jpcst52@pitt.edu::05b16630-c484-475e-961c-c3ca0a9ffb3b" providerId="AD" clId="Web-{9D2CCEA4-DA57-C846-716B-227BD28702F3}" dt="2026-09-02T17:14:42.218" v="306"/>
        <pc:sldMkLst>
          <pc:docMk/>
          <pc:sldMk cId="0" sldId="268"/>
        </pc:sldMkLst>
        <pc:spChg chg="mod">
          <ac:chgData name="Callinan, Jeremy Patrick" userId="S::jpcst52@pitt.edu::05b16630-c484-475e-961c-c3ca0a9ffb3b" providerId="AD" clId="Web-{9D2CCEA4-DA57-C846-716B-227BD28702F3}" dt="2026-09-02T14:18:45.881" v="177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0:07.041" v="251" actId="14100"/>
          <ac:spMkLst>
            <pc:docMk/>
            <pc:sldMk cId="0" sldId="268"/>
            <ac:spMk id="6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0:07.057" v="252" actId="1410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0:07.072" v="253" actId="141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0:07.088" v="254" actId="14100"/>
          <ac:spMkLst>
            <pc:docMk/>
            <pc:sldMk cId="0" sldId="268"/>
            <ac:spMk id="24" creationId="{00000000-0000-0000-0000-000000000000}"/>
          </ac:spMkLst>
        </pc:spChg>
        <pc:spChg chg="mod">
          <ac:chgData name="Callinan, Jeremy Patrick" userId="S::jpcst52@pitt.edu::05b16630-c484-475e-961c-c3ca0a9ffb3b" providerId="AD" clId="Web-{9D2CCEA4-DA57-C846-716B-227BD28702F3}" dt="2026-09-02T17:10:07.104" v="255" actId="14100"/>
          <ac:spMkLst>
            <pc:docMk/>
            <pc:sldMk cId="0" sldId="268"/>
            <ac:spMk id="30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7:10:16.901" v="25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7:10:16.886" v="256"/>
          <ac:spMkLst>
            <pc:docMk/>
            <pc:sldMk cId="0" sldId="268"/>
            <ac:spMk id="38" creationId="{00000000-0000-0000-0000-000000000000}"/>
          </ac:spMkLst>
        </pc:spChg>
        <pc:spChg chg="add mod">
          <ac:chgData name="Callinan, Jeremy Patrick" userId="S::jpcst52@pitt.edu::05b16630-c484-475e-961c-c3ca0a9ffb3b" providerId="AD" clId="Web-{9D2CCEA4-DA57-C846-716B-227BD28702F3}" dt="2026-09-02T17:09:48.040" v="250" actId="14100"/>
          <ac:spMkLst>
            <pc:docMk/>
            <pc:sldMk cId="0" sldId="268"/>
            <ac:spMk id="40" creationId="{FB8B95DF-C49D-25E0-44F3-0F0FDBB9CCB3}"/>
          </ac:spMkLst>
        </pc:spChg>
        <pc:spChg chg="add mod">
          <ac:chgData name="Callinan, Jeremy Patrick" userId="S::jpcst52@pitt.edu::05b16630-c484-475e-961c-c3ca0a9ffb3b" providerId="AD" clId="Web-{9D2CCEA4-DA57-C846-716B-227BD28702F3}" dt="2026-09-02T17:14:42.218" v="306"/>
          <ac:spMkLst>
            <pc:docMk/>
            <pc:sldMk cId="0" sldId="268"/>
            <ac:spMk id="41" creationId="{801AC74A-3145-EB7B-D1D0-C8A17B7E9CD7}"/>
          </ac:spMkLst>
        </pc:spChg>
        <pc:picChg chg="mod">
          <ac:chgData name="Callinan, Jeremy Patrick" userId="S::jpcst52@pitt.edu::05b16630-c484-475e-961c-c3ca0a9ffb3b" providerId="AD" clId="Web-{9D2CCEA4-DA57-C846-716B-227BD28702F3}" dt="2026-09-02T17:10:21.370" v="259" actId="1076"/>
          <ac:picMkLst>
            <pc:docMk/>
            <pc:sldMk cId="0" sldId="268"/>
            <ac:picMk id="35" creationId="{00000000-0000-0000-0000-000000000000}"/>
          </ac:picMkLst>
        </pc:picChg>
        <pc:picChg chg="del">
          <ac:chgData name="Callinan, Jeremy Patrick" userId="S::jpcst52@pitt.edu::05b16630-c484-475e-961c-c3ca0a9ffb3b" providerId="AD" clId="Web-{9D2CCEA4-DA57-C846-716B-227BD28702F3}" dt="2026-09-02T17:10:16.886" v="257"/>
          <ac:picMkLst>
            <pc:docMk/>
            <pc:sldMk cId="0" sldId="268"/>
            <ac:picMk id="37" creationId="{00000000-0000-0000-0000-000000000000}"/>
          </ac:picMkLst>
        </pc:picChg>
      </pc:sldChg>
      <pc:sldChg chg="del">
        <pc:chgData name="Callinan, Jeremy Patrick" userId="S::jpcst52@pitt.edu::05b16630-c484-475e-961c-c3ca0a9ffb3b" providerId="AD" clId="Web-{9D2CCEA4-DA57-C846-716B-227BD28702F3}" dt="2026-09-02T17:10:28.527" v="260"/>
        <pc:sldMkLst>
          <pc:docMk/>
          <pc:sldMk cId="0" sldId="269"/>
        </pc:sldMkLst>
      </pc:sldChg>
      <pc:sldChg chg="modSp">
        <pc:chgData name="Callinan, Jeremy Patrick" userId="S::jpcst52@pitt.edu::05b16630-c484-475e-961c-c3ca0a9ffb3b" providerId="AD" clId="Web-{9D2CCEA4-DA57-C846-716B-227BD28702F3}" dt="2026-09-02T17:10:57.389" v="268" actId="20577"/>
        <pc:sldMkLst>
          <pc:docMk/>
          <pc:sldMk cId="0" sldId="273"/>
        </pc:sldMkLst>
        <pc:spChg chg="mod">
          <ac:chgData name="Callinan, Jeremy Patrick" userId="S::jpcst52@pitt.edu::05b16630-c484-475e-961c-c3ca0a9ffb3b" providerId="AD" clId="Web-{9D2CCEA4-DA57-C846-716B-227BD28702F3}" dt="2026-09-02T17:10:57.389" v="268" actId="20577"/>
          <ac:spMkLst>
            <pc:docMk/>
            <pc:sldMk cId="0" sldId="273"/>
            <ac:spMk id="10" creationId="{00000000-0000-0000-0000-000000000000}"/>
          </ac:spMkLst>
        </pc:spChg>
      </pc:sldChg>
      <pc:sldChg chg="delSp modSp ord">
        <pc:chgData name="Callinan, Jeremy Patrick" userId="S::jpcst52@pitt.edu::05b16630-c484-475e-961c-c3ca0a9ffb3b" providerId="AD" clId="Web-{9D2CCEA4-DA57-C846-716B-227BD28702F3}" dt="2026-09-02T17:17:46.856" v="383"/>
        <pc:sldMkLst>
          <pc:docMk/>
          <pc:sldMk cId="0" sldId="278"/>
        </pc:sldMkLst>
        <pc:spChg chg="mod">
          <ac:chgData name="Callinan, Jeremy Patrick" userId="S::jpcst52@pitt.edu::05b16630-c484-475e-961c-c3ca0a9ffb3b" providerId="AD" clId="Web-{9D2CCEA4-DA57-C846-716B-227BD28702F3}" dt="2026-09-02T17:17:21.432" v="382" actId="20577"/>
          <ac:spMkLst>
            <pc:docMk/>
            <pc:sldMk cId="0" sldId="278"/>
            <ac:spMk id="5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9:04.584" v="178"/>
          <ac:spMkLst>
            <pc:docMk/>
            <pc:sldMk cId="0" sldId="278"/>
            <ac:spMk id="28" creationId="{00000000-0000-0000-0000-000000000000}"/>
          </ac:spMkLst>
        </pc:spChg>
        <pc:picChg chg="del">
          <ac:chgData name="Callinan, Jeremy Patrick" userId="S::jpcst52@pitt.edu::05b16630-c484-475e-961c-c3ca0a9ffb3b" providerId="AD" clId="Web-{9D2CCEA4-DA57-C846-716B-227BD28702F3}" dt="2026-09-02T14:19:04.584" v="179"/>
          <ac:picMkLst>
            <pc:docMk/>
            <pc:sldMk cId="0" sldId="278"/>
            <ac:picMk id="27" creationId="{00000000-0000-0000-0000-000000000000}"/>
          </ac:picMkLst>
        </pc:picChg>
      </pc:sldChg>
      <pc:sldChg chg="addSp delSp modSp">
        <pc:chgData name="Callinan, Jeremy Patrick" userId="S::jpcst52@pitt.edu::05b16630-c484-475e-961c-c3ca0a9ffb3b" providerId="AD" clId="Web-{9D2CCEA4-DA57-C846-716B-227BD28702F3}" dt="2026-09-02T14:22:26.323" v="200" actId="20577"/>
        <pc:sldMkLst>
          <pc:docMk/>
          <pc:sldMk cId="0" sldId="280"/>
        </pc:sldMkLst>
        <pc:spChg chg="mod">
          <ac:chgData name="Callinan, Jeremy Patrick" userId="S::jpcst52@pitt.edu::05b16630-c484-475e-961c-c3ca0a9ffb3b" providerId="AD" clId="Web-{9D2CCEA4-DA57-C846-716B-227BD28702F3}" dt="2026-09-02T14:22:26.323" v="200" actId="20577"/>
          <ac:spMkLst>
            <pc:docMk/>
            <pc:sldMk cId="0" sldId="280"/>
            <ac:spMk id="4" creationId="{00000000-0000-0000-0000-000000000000}"/>
          </ac:spMkLst>
        </pc:spChg>
        <pc:spChg chg="add del">
          <ac:chgData name="Callinan, Jeremy Patrick" userId="S::jpcst52@pitt.edu::05b16630-c484-475e-961c-c3ca0a9ffb3b" providerId="AD" clId="Web-{9D2CCEA4-DA57-C846-716B-227BD28702F3}" dt="2026-09-02T14:20:27.352" v="181"/>
          <ac:spMkLst>
            <pc:docMk/>
            <pc:sldMk cId="0" sldId="280"/>
            <ac:spMk id="5" creationId="{C9163186-7288-CDB9-7E00-CE3209BB7B34}"/>
          </ac:spMkLst>
        </pc:spChg>
        <pc:spChg chg="add del">
          <ac:chgData name="Callinan, Jeremy Patrick" userId="S::jpcst52@pitt.edu::05b16630-c484-475e-961c-c3ca0a9ffb3b" providerId="AD" clId="Web-{9D2CCEA4-DA57-C846-716B-227BD28702F3}" dt="2026-09-02T14:21:23.775" v="183"/>
          <ac:spMkLst>
            <pc:docMk/>
            <pc:sldMk cId="0" sldId="280"/>
            <ac:spMk id="6" creationId="{C5DC5E48-75F1-985C-945A-75E0C239EE6D}"/>
          </ac:spMkLst>
        </pc:spChg>
        <pc:spChg chg="add del">
          <ac:chgData name="Callinan, Jeremy Patrick" userId="S::jpcst52@pitt.edu::05b16630-c484-475e-961c-c3ca0a9ffb3b" providerId="AD" clId="Web-{9D2CCEA4-DA57-C846-716B-227BD28702F3}" dt="2026-09-02T14:21:34.025" v="185"/>
          <ac:spMkLst>
            <pc:docMk/>
            <pc:sldMk cId="0" sldId="280"/>
            <ac:spMk id="7" creationId="{05D662EE-9027-85B1-B22A-5F3B8F5EBAE4}"/>
          </ac:spMkLst>
        </pc:spChg>
      </pc:sldChg>
      <pc:sldChg chg="delSp del">
        <pc:chgData name="Callinan, Jeremy Patrick" userId="S::jpcst52@pitt.edu::05b16630-c484-475e-961c-c3ca0a9ffb3b" providerId="AD" clId="Web-{9D2CCEA4-DA57-C846-716B-227BD28702F3}" dt="2026-09-02T17:16:38.648" v="364"/>
        <pc:sldMkLst>
          <pc:docMk/>
          <pc:sldMk cId="3011758721" sldId="282"/>
        </pc:sldMkLst>
        <pc:spChg chg="del">
          <ac:chgData name="Callinan, Jeremy Patrick" userId="S::jpcst52@pitt.edu::05b16630-c484-475e-961c-c3ca0a9ffb3b" providerId="AD" clId="Web-{9D2CCEA4-DA57-C846-716B-227BD28702F3}" dt="2026-09-02T14:17:34.754" v="162"/>
          <ac:spMkLst>
            <pc:docMk/>
            <pc:sldMk cId="3011758721" sldId="282"/>
            <ac:spMk id="39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34.754" v="160"/>
          <ac:spMkLst>
            <pc:docMk/>
            <pc:sldMk cId="3011758721" sldId="282"/>
            <ac:spMk id="41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34.754" v="159"/>
          <ac:spMkLst>
            <pc:docMk/>
            <pc:sldMk cId="3011758721" sldId="282"/>
            <ac:spMk id="42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34.754" v="158"/>
          <ac:spMkLst>
            <pc:docMk/>
            <pc:sldMk cId="3011758721" sldId="282"/>
            <ac:spMk id="43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34.754" v="156"/>
          <ac:spMkLst>
            <pc:docMk/>
            <pc:sldMk cId="3011758721" sldId="282"/>
            <ac:spMk id="45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34.754" v="155"/>
          <ac:spMkLst>
            <pc:docMk/>
            <pc:sldMk cId="3011758721" sldId="282"/>
            <ac:spMk id="46" creationId="{00000000-0000-0000-0000-000000000000}"/>
          </ac:spMkLst>
        </pc:spChg>
        <pc:picChg chg="del">
          <ac:chgData name="Callinan, Jeremy Patrick" userId="S::jpcst52@pitt.edu::05b16630-c484-475e-961c-c3ca0a9ffb3b" providerId="AD" clId="Web-{9D2CCEA4-DA57-C846-716B-227BD28702F3}" dt="2026-09-02T14:17:34.754" v="161"/>
          <ac:picMkLst>
            <pc:docMk/>
            <pc:sldMk cId="3011758721" sldId="282"/>
            <ac:picMk id="40" creationId="{00000000-0000-0000-0000-000000000000}"/>
          </ac:picMkLst>
        </pc:picChg>
        <pc:picChg chg="del">
          <ac:chgData name="Callinan, Jeremy Patrick" userId="S::jpcst52@pitt.edu::05b16630-c484-475e-961c-c3ca0a9ffb3b" providerId="AD" clId="Web-{9D2CCEA4-DA57-C846-716B-227BD28702F3}" dt="2026-09-02T14:17:34.754" v="157"/>
          <ac:picMkLst>
            <pc:docMk/>
            <pc:sldMk cId="3011758721" sldId="282"/>
            <ac:picMk id="44" creationId="{00000000-0000-0000-0000-000000000000}"/>
          </ac:picMkLst>
        </pc:picChg>
      </pc:sldChg>
      <pc:sldChg chg="modSp del">
        <pc:chgData name="Callinan, Jeremy Patrick" userId="S::jpcst52@pitt.edu::05b16630-c484-475e-961c-c3ca0a9ffb3b" providerId="AD" clId="Web-{9D2CCEA4-DA57-C846-716B-227BD28702F3}" dt="2026-09-02T14:18:16.052" v="165"/>
        <pc:sldMkLst>
          <pc:docMk/>
          <pc:sldMk cId="2461120699" sldId="283"/>
        </pc:sldMkLst>
        <pc:spChg chg="mod">
          <ac:chgData name="Callinan, Jeremy Patrick" userId="S::jpcst52@pitt.edu::05b16630-c484-475e-961c-c3ca0a9ffb3b" providerId="AD" clId="Web-{9D2CCEA4-DA57-C846-716B-227BD28702F3}" dt="2026-09-02T12:38:20.374" v="42" actId="20577"/>
          <ac:spMkLst>
            <pc:docMk/>
            <pc:sldMk cId="2461120699" sldId="283"/>
            <ac:spMk id="15" creationId="{00000000-0000-0000-0000-000000000000}"/>
          </ac:spMkLst>
        </pc:spChg>
      </pc:sldChg>
      <pc:sldChg chg="delSp modSp ord">
        <pc:chgData name="Callinan, Jeremy Patrick" userId="S::jpcst52@pitt.edu::05b16630-c484-475e-961c-c3ca0a9ffb3b" providerId="AD" clId="Web-{9D2CCEA4-DA57-C846-716B-227BD28702F3}" dt="2026-09-02T17:17:15.166" v="371" actId="20577"/>
        <pc:sldMkLst>
          <pc:docMk/>
          <pc:sldMk cId="4279654197" sldId="284"/>
        </pc:sldMkLst>
        <pc:spChg chg="mod">
          <ac:chgData name="Callinan, Jeremy Patrick" userId="S::jpcst52@pitt.edu::05b16630-c484-475e-961c-c3ca0a9ffb3b" providerId="AD" clId="Web-{9D2CCEA4-DA57-C846-716B-227BD28702F3}" dt="2026-09-02T17:17:15.166" v="371" actId="20577"/>
          <ac:spMkLst>
            <pc:docMk/>
            <pc:sldMk cId="4279654197" sldId="284"/>
            <ac:spMk id="9" creationId="{00000000-0000-0000-0000-000000000000}"/>
          </ac:spMkLst>
        </pc:spChg>
        <pc:spChg chg="del">
          <ac:chgData name="Callinan, Jeremy Patrick" userId="S::jpcst52@pitt.edu::05b16630-c484-475e-961c-c3ca0a9ffb3b" providerId="AD" clId="Web-{9D2CCEA4-DA57-C846-716B-227BD28702F3}" dt="2026-09-02T14:17:56.832" v="163"/>
          <ac:spMkLst>
            <pc:docMk/>
            <pc:sldMk cId="4279654197" sldId="284"/>
            <ac:spMk id="26" creationId="{00000000-0000-0000-0000-000000000000}"/>
          </ac:spMkLst>
        </pc:spChg>
        <pc:picChg chg="del">
          <ac:chgData name="Callinan, Jeremy Patrick" userId="S::jpcst52@pitt.edu::05b16630-c484-475e-961c-c3ca0a9ffb3b" providerId="AD" clId="Web-{9D2CCEA4-DA57-C846-716B-227BD28702F3}" dt="2026-09-02T14:17:56.832" v="164"/>
          <ac:picMkLst>
            <pc:docMk/>
            <pc:sldMk cId="4279654197" sldId="284"/>
            <ac:picMk id="25" creationId="{00000000-0000-0000-0000-000000000000}"/>
          </ac:picMkLst>
        </pc:picChg>
      </pc:sldChg>
      <pc:sldChg chg="ord">
        <pc:chgData name="Callinan, Jeremy Patrick" userId="S::jpcst52@pitt.edu::05b16630-c484-475e-961c-c3ca0a9ffb3b" providerId="AD" clId="Web-{9D2CCEA4-DA57-C846-716B-227BD28702F3}" dt="2026-09-02T17:16:57.884" v="365"/>
        <pc:sldMkLst>
          <pc:docMk/>
          <pc:sldMk cId="4020496611" sldId="285"/>
        </pc:sldMkLst>
      </pc:sldChg>
      <pc:sldChg chg="addSp modSp">
        <pc:chgData name="Callinan, Jeremy Patrick" userId="S::jpcst52@pitt.edu::05b16630-c484-475e-961c-c3ca0a9ffb3b" providerId="AD" clId="Web-{9D2CCEA4-DA57-C846-716B-227BD28702F3}" dt="2026-09-02T14:11:00.457" v="56" actId="1076"/>
        <pc:sldMkLst>
          <pc:docMk/>
          <pc:sldMk cId="109857222" sldId="286"/>
        </pc:sldMkLst>
        <pc:spChg chg="add mod">
          <ac:chgData name="Callinan, Jeremy Patrick" userId="S::jpcst52@pitt.edu::05b16630-c484-475e-961c-c3ca0a9ffb3b" providerId="AD" clId="Web-{9D2CCEA4-DA57-C846-716B-227BD28702F3}" dt="2026-09-02T14:11:00.442" v="54" actId="1076"/>
          <ac:spMkLst>
            <pc:docMk/>
            <pc:sldMk cId="109857222" sldId="286"/>
            <ac:spMk id="6" creationId="{8733533D-4F2E-E7AB-7A15-C3969F026ADA}"/>
          </ac:spMkLst>
        </pc:spChg>
        <pc:spChg chg="add mod">
          <ac:chgData name="Callinan, Jeremy Patrick" userId="S::jpcst52@pitt.edu::05b16630-c484-475e-961c-c3ca0a9ffb3b" providerId="AD" clId="Web-{9D2CCEA4-DA57-C846-716B-227BD28702F3}" dt="2026-09-02T14:11:00.457" v="56" actId="1076"/>
          <ac:spMkLst>
            <pc:docMk/>
            <pc:sldMk cId="109857222" sldId="286"/>
            <ac:spMk id="12" creationId="{7FA0F112-BD4D-023E-9210-0C02F25D616E}"/>
          </ac:spMkLst>
        </pc:spChg>
        <pc:picChg chg="add mod">
          <ac:chgData name="Callinan, Jeremy Patrick" userId="S::jpcst52@pitt.edu::05b16630-c484-475e-961c-c3ca0a9ffb3b" providerId="AD" clId="Web-{9D2CCEA4-DA57-C846-716B-227BD28702F3}" dt="2026-09-02T14:11:00.442" v="55" actId="1076"/>
          <ac:picMkLst>
            <pc:docMk/>
            <pc:sldMk cId="109857222" sldId="286"/>
            <ac:picMk id="10" creationId="{78F06577-C342-CA75-1FDD-18A10924EDD3}"/>
          </ac:picMkLst>
        </pc:picChg>
      </pc:sldChg>
      <pc:sldChg chg="delSp modSp">
        <pc:chgData name="Callinan, Jeremy Patrick" userId="S::jpcst52@pitt.edu::05b16630-c484-475e-961c-c3ca0a9ffb3b" providerId="AD" clId="Web-{9D2CCEA4-DA57-C846-716B-227BD28702F3}" dt="2026-09-02T14:10:45.723" v="50" actId="1076"/>
        <pc:sldMkLst>
          <pc:docMk/>
          <pc:sldMk cId="2003230111" sldId="287"/>
        </pc:sldMkLst>
        <pc:graphicFrameChg chg="modGraphic">
          <ac:chgData name="Callinan, Jeremy Patrick" userId="S::jpcst52@pitt.edu::05b16630-c484-475e-961c-c3ca0a9ffb3b" providerId="AD" clId="Web-{9D2CCEA4-DA57-C846-716B-227BD28702F3}" dt="2026-09-02T14:10:36.301" v="46" actId="20577"/>
          <ac:graphicFrameMkLst>
            <pc:docMk/>
            <pc:sldMk cId="2003230111" sldId="287"/>
            <ac:graphicFrameMk id="5" creationId="{68C8ADE0-C53B-9C16-EFDA-A40A4722987D}"/>
          </ac:graphicFrameMkLst>
        </pc:graphicFrameChg>
        <pc:picChg chg="mod">
          <ac:chgData name="Callinan, Jeremy Patrick" userId="S::jpcst52@pitt.edu::05b16630-c484-475e-961c-c3ca0a9ffb3b" providerId="AD" clId="Web-{9D2CCEA4-DA57-C846-716B-227BD28702F3}" dt="2026-09-02T14:10:45.723" v="50" actId="1076"/>
          <ac:picMkLst>
            <pc:docMk/>
            <pc:sldMk cId="2003230111" sldId="287"/>
            <ac:picMk id="22" creationId="{E88E5629-B802-2126-5912-2439E795AD9E}"/>
          </ac:picMkLst>
        </pc:picChg>
        <pc:picChg chg="del">
          <ac:chgData name="Callinan, Jeremy Patrick" userId="S::jpcst52@pitt.edu::05b16630-c484-475e-961c-c3ca0a9ffb3b" providerId="AD" clId="Web-{9D2CCEA4-DA57-C846-716B-227BD28702F3}" dt="2026-09-02T14:10:37.770" v="47"/>
          <ac:picMkLst>
            <pc:docMk/>
            <pc:sldMk cId="2003230111" sldId="287"/>
            <ac:picMk id="23" creationId="{1312D584-9721-6BB9-FB21-0C12245A2441}"/>
          </ac:picMkLst>
        </pc:picChg>
      </pc:sldChg>
    </pc:docChg>
  </pc:docChgLst>
  <pc:docChgLst>
    <pc:chgData name="Callinan, Jeremy Patrick" userId="S::jpcst52@pitt.edu::05b16630-c484-475e-961c-c3ca0a9ffb3b" providerId="AD" clId="Web-{00000000-0000-0000-0000-000000000000}"/>
    <pc:docChg chg="addSld delSld modSld sldOrd">
      <pc:chgData name="Callinan, Jeremy Patrick" userId="S::jpcst52@pitt.edu::05b16630-c484-475e-961c-c3ca0a9ffb3b" providerId="AD" clId="Web-{00000000-0000-0000-0000-000000000000}" dt="2026-08-30T01:51:58.348" v="14"/>
      <pc:docMkLst>
        <pc:docMk/>
      </pc:docMkLst>
      <pc:sldChg chg="modSp add">
        <pc:chgData name="Callinan, Jeremy Patrick" userId="S::jpcst52@pitt.edu::05b16630-c484-475e-961c-c3ca0a9ffb3b" providerId="AD" clId="Web-{00000000-0000-0000-0000-000000000000}" dt="2026-08-30T01:46:14.407" v="8" actId="20577"/>
        <pc:sldMkLst>
          <pc:docMk/>
          <pc:sldMk cId="3011758721" sldId="282"/>
        </pc:sldMkLst>
        <pc:spChg chg="mod">
          <ac:chgData name="Callinan, Jeremy Patrick" userId="S::jpcst52@pitt.edu::05b16630-c484-475e-961c-c3ca0a9ffb3b" providerId="AD" clId="Web-{00000000-0000-0000-0000-000000000000}" dt="2026-08-30T01:46:14.407" v="8" actId="20577"/>
          <ac:spMkLst>
            <pc:docMk/>
            <pc:sldMk cId="3011758721" sldId="282"/>
            <ac:spMk id="9" creationId="{00000000-0000-0000-0000-000000000000}"/>
          </ac:spMkLst>
        </pc:spChg>
      </pc:sldChg>
      <pc:sldChg chg="add">
        <pc:chgData name="Callinan, Jeremy Patrick" userId="S::jpcst52@pitt.edu::05b16630-c484-475e-961c-c3ca0a9ffb3b" providerId="AD" clId="Web-{00000000-0000-0000-0000-000000000000}" dt="2026-08-30T01:45:54.687" v="3"/>
        <pc:sldMkLst>
          <pc:docMk/>
          <pc:sldMk cId="4279654197" sldId="284"/>
        </pc:sldMkLst>
      </pc:sldChg>
      <pc:sldChg chg="add">
        <pc:chgData name="Callinan, Jeremy Patrick" userId="S::jpcst52@pitt.edu::05b16630-c484-475e-961c-c3ca0a9ffb3b" providerId="AD" clId="Web-{00000000-0000-0000-0000-000000000000}" dt="2026-08-30T01:45:54.812" v="4"/>
        <pc:sldMkLst>
          <pc:docMk/>
          <pc:sldMk cId="4020496611" sldId="285"/>
        </pc:sldMkLst>
      </pc:sldChg>
      <pc:sldChg chg="add">
        <pc:chgData name="Callinan, Jeremy Patrick" userId="S::jpcst52@pitt.edu::05b16630-c484-475e-961c-c3ca0a9ffb3b" providerId="AD" clId="Web-{00000000-0000-0000-0000-000000000000}" dt="2026-08-30T01:51:54.661" v="12"/>
        <pc:sldMkLst>
          <pc:docMk/>
          <pc:sldMk cId="109857222" sldId="286"/>
        </pc:sldMkLst>
      </pc:sldChg>
      <pc:sldChg chg="add">
        <pc:chgData name="Callinan, Jeremy Patrick" userId="S::jpcst52@pitt.edu::05b16630-c484-475e-961c-c3ca0a9ffb3b" providerId="AD" clId="Web-{00000000-0000-0000-0000-000000000000}" dt="2026-08-30T01:51:54.879" v="13"/>
        <pc:sldMkLst>
          <pc:docMk/>
          <pc:sldMk cId="2003230111" sldId="287"/>
        </pc:sldMkLst>
      </pc:sldChg>
      <pc:sldMasterChg chg="addSldLayout">
        <pc:chgData name="Callinan, Jeremy Patrick" userId="S::jpcst52@pitt.edu::05b16630-c484-475e-961c-c3ca0a9ffb3b" providerId="AD" clId="Web-{00000000-0000-0000-0000-000000000000}" dt="2026-08-30T01:51:54.879" v="13"/>
        <pc:sldMasterMkLst>
          <pc:docMk/>
          <pc:sldMasterMk cId="0" sldId="2147483648"/>
        </pc:sldMasterMkLst>
        <pc:sldLayoutChg chg="add">
          <pc:chgData name="Callinan, Jeremy Patrick" userId="S::jpcst52@pitt.edu::05b16630-c484-475e-961c-c3ca0a9ffb3b" providerId="AD" clId="Web-{00000000-0000-0000-0000-000000000000}" dt="2026-08-30T01:51:54.661" v="12"/>
          <pc:sldLayoutMkLst>
            <pc:docMk/>
            <pc:sldMasterMk cId="0" sldId="2147483648"/>
            <pc:sldLayoutMk cId="545671368" sldId="2147483650"/>
          </pc:sldLayoutMkLst>
        </pc:sldLayoutChg>
        <pc:sldLayoutChg chg="add">
          <pc:chgData name="Callinan, Jeremy Patrick" userId="S::jpcst52@pitt.edu::05b16630-c484-475e-961c-c3ca0a9ffb3b" providerId="AD" clId="Web-{00000000-0000-0000-0000-000000000000}" dt="2026-08-30T01:51:54.879" v="13"/>
          <pc:sldLayoutMkLst>
            <pc:docMk/>
            <pc:sldMasterMk cId="0" sldId="2147483648"/>
            <pc:sldLayoutMk cId="2363595455" sldId="214748365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270EF9-EA07-458E-B170-0B91AABE7674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B445D02E-6F6A-437C-8966-58B539ECD5D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>
              <a:solidFill>
                <a:srgbClr val="444444"/>
              </a:solidFill>
              <a:latin typeface="Calibri"/>
              <a:ea typeface="Calibri"/>
              <a:cs typeface="Calibri"/>
            </a:rPr>
            <a:t>Unity + Fishing Sim</a:t>
          </a:r>
        </a:p>
      </dgm:t>
    </dgm:pt>
    <dgm:pt modelId="{98757A09-EE25-4E6C-AAE3-FDAB6FAA539F}" type="parTrans" cxnId="{359B901F-9FB3-49EE-A2D9-6E1FE68B1A26}">
      <dgm:prSet/>
      <dgm:spPr/>
    </dgm:pt>
    <dgm:pt modelId="{06704546-1F64-4BAD-BB14-718751B11ED9}" type="sibTrans" cxnId="{359B901F-9FB3-49EE-A2D9-6E1FE68B1A26}">
      <dgm:prSet/>
      <dgm:spPr/>
    </dgm:pt>
    <dgm:pt modelId="{4397088B-6BC7-4293-9319-6CA6AF79502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Events</a:t>
          </a:r>
        </a:p>
      </dgm:t>
    </dgm:pt>
    <dgm:pt modelId="{4B606589-9940-46A8-A684-F2A01AF3D046}" type="parTrans" cxnId="{881FE168-097B-4057-BA27-1B02D0E27F18}">
      <dgm:prSet/>
      <dgm:spPr/>
    </dgm:pt>
    <dgm:pt modelId="{0A45E7BC-0DA6-4996-9EFF-EF5432670660}" type="sibTrans" cxnId="{881FE168-097B-4057-BA27-1B02D0E27F18}">
      <dgm:prSet/>
      <dgm:spPr/>
    </dgm:pt>
    <dgm:pt modelId="{0D8278BB-20A4-4605-9F9A-FB735FC99FE9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100">
              <a:solidFill>
                <a:srgbClr val="000000"/>
              </a:solidFill>
              <a:latin typeface="Calibri"/>
              <a:ea typeface="Calibri"/>
              <a:cs typeface="Calibri"/>
            </a:rPr>
            <a:t>Panther Model</a:t>
          </a:r>
          <a:endParaRPr lang="en-US" sz="1100">
            <a:solidFill>
              <a:srgbClr val="444444"/>
            </a:solidFill>
            <a:latin typeface="Calibri"/>
            <a:ea typeface="Calibri"/>
            <a:cs typeface="Calibri"/>
          </a:endParaRPr>
        </a:p>
      </dgm:t>
    </dgm:pt>
    <dgm:pt modelId="{B46D6710-8F4A-494A-ADC0-B6A660CDF132}" type="parTrans" cxnId="{9FC7DA81-D6A2-4183-9A0D-36C834C3F743}">
      <dgm:prSet/>
      <dgm:spPr/>
    </dgm:pt>
    <dgm:pt modelId="{6705367F-98F2-4CAE-9FA8-18F1B3051DA1}" type="sibTrans" cxnId="{9FC7DA81-D6A2-4183-9A0D-36C834C3F743}">
      <dgm:prSet/>
      <dgm:spPr/>
    </dgm:pt>
    <dgm:pt modelId="{4908596C-A745-4FF9-9AA8-89C60913BE7E}" type="pres">
      <dgm:prSet presAssocID="{5F270EF9-EA07-458E-B170-0B91AABE7674}" presName="root" presStyleCnt="0">
        <dgm:presLayoutVars>
          <dgm:dir/>
          <dgm:resizeHandles val="exact"/>
        </dgm:presLayoutVars>
      </dgm:prSet>
      <dgm:spPr/>
    </dgm:pt>
    <dgm:pt modelId="{7212F7EC-BF12-4060-9D64-90DCE54DBE88}" type="pres">
      <dgm:prSet presAssocID="{B445D02E-6F6A-437C-8966-58B539ECD5DB}" presName="compNode" presStyleCnt="0"/>
      <dgm:spPr/>
    </dgm:pt>
    <dgm:pt modelId="{93B70557-A5C9-48F1-85F0-E3BEE1DE43EE}" type="pres">
      <dgm:prSet presAssocID="{B445D02E-6F6A-437C-8966-58B539ECD5DB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llustrator with solid fill"/>
        </a:ext>
      </dgm:extLst>
    </dgm:pt>
    <dgm:pt modelId="{167EE8B7-3EAF-4D1F-B012-303AF27892A8}" type="pres">
      <dgm:prSet presAssocID="{B445D02E-6F6A-437C-8966-58B539ECD5DB}" presName="spaceRect" presStyleCnt="0"/>
      <dgm:spPr/>
    </dgm:pt>
    <dgm:pt modelId="{DEA41755-E1CF-41AB-B6AD-0109493C9730}" type="pres">
      <dgm:prSet presAssocID="{B445D02E-6F6A-437C-8966-58B539ECD5DB}" presName="textRect" presStyleLbl="revTx" presStyleIdx="0" presStyleCnt="3">
        <dgm:presLayoutVars>
          <dgm:chMax val="1"/>
          <dgm:chPref val="1"/>
        </dgm:presLayoutVars>
      </dgm:prSet>
      <dgm:spPr/>
    </dgm:pt>
    <dgm:pt modelId="{21391407-B5B0-4B38-9CA7-D8ACAC062FCB}" type="pres">
      <dgm:prSet presAssocID="{06704546-1F64-4BAD-BB14-718751B11ED9}" presName="sibTrans" presStyleCnt="0"/>
      <dgm:spPr/>
    </dgm:pt>
    <dgm:pt modelId="{ABE4B03A-05B2-4BCE-A5F8-220DFEBB486E}" type="pres">
      <dgm:prSet presAssocID="{0D8278BB-20A4-4605-9F9A-FB735FC99FE9}" presName="compNode" presStyleCnt="0"/>
      <dgm:spPr/>
    </dgm:pt>
    <dgm:pt modelId="{5153D984-AF44-4C6E-8F57-A3825606B23B}" type="pres">
      <dgm:prSet presAssocID="{0D8278BB-20A4-4605-9F9A-FB735FC99FE9}" presName="iconRect" presStyleLbl="node1" presStyleIdx="1" presStyleCnt="3"/>
      <dgm:spPr/>
    </dgm:pt>
    <dgm:pt modelId="{8763D88D-F005-49D7-9AD2-8BD6FF01165F}" type="pres">
      <dgm:prSet presAssocID="{0D8278BB-20A4-4605-9F9A-FB735FC99FE9}" presName="spaceRect" presStyleCnt="0"/>
      <dgm:spPr/>
    </dgm:pt>
    <dgm:pt modelId="{1AAF89AA-4B04-49A8-93AF-7A3BE35D9309}" type="pres">
      <dgm:prSet presAssocID="{0D8278BB-20A4-4605-9F9A-FB735FC99FE9}" presName="textRect" presStyleLbl="revTx" presStyleIdx="1" presStyleCnt="3">
        <dgm:presLayoutVars>
          <dgm:chMax val="1"/>
          <dgm:chPref val="1"/>
        </dgm:presLayoutVars>
      </dgm:prSet>
      <dgm:spPr/>
    </dgm:pt>
    <dgm:pt modelId="{7AAFEAA3-C9EF-4C98-ACC3-877B9989EAF5}" type="pres">
      <dgm:prSet presAssocID="{6705367F-98F2-4CAE-9FA8-18F1B3051DA1}" presName="sibTrans" presStyleCnt="0"/>
      <dgm:spPr/>
    </dgm:pt>
    <dgm:pt modelId="{F44CF374-B129-4A8A-AC5F-79D3079327FF}" type="pres">
      <dgm:prSet presAssocID="{4397088B-6BC7-4293-9319-6CA6AF795023}" presName="compNode" presStyleCnt="0"/>
      <dgm:spPr/>
    </dgm:pt>
    <dgm:pt modelId="{03A05A4D-2D08-4EE3-A90E-2882A4DEFA1C}" type="pres">
      <dgm:prSet presAssocID="{4397088B-6BC7-4293-9319-6CA6AF795023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outline"/>
        </a:ext>
      </dgm:extLst>
    </dgm:pt>
    <dgm:pt modelId="{7231B103-0F51-4E5B-A74E-33713902C1FF}" type="pres">
      <dgm:prSet presAssocID="{4397088B-6BC7-4293-9319-6CA6AF795023}" presName="spaceRect" presStyleCnt="0"/>
      <dgm:spPr/>
    </dgm:pt>
    <dgm:pt modelId="{8670533E-A5DF-446E-901B-0BF08A6C1D63}" type="pres">
      <dgm:prSet presAssocID="{4397088B-6BC7-4293-9319-6CA6AF79502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9B901F-9FB3-49EE-A2D9-6E1FE68B1A26}" srcId="{5F270EF9-EA07-458E-B170-0B91AABE7674}" destId="{B445D02E-6F6A-437C-8966-58B539ECD5DB}" srcOrd="0" destOrd="0" parTransId="{98757A09-EE25-4E6C-AAE3-FDAB6FAA539F}" sibTransId="{06704546-1F64-4BAD-BB14-718751B11ED9}"/>
    <dgm:cxn modelId="{042DF95B-A547-4D67-9BEE-637E394A6E7F}" type="presOf" srcId="{B445D02E-6F6A-437C-8966-58B539ECD5DB}" destId="{DEA41755-E1CF-41AB-B6AD-0109493C9730}" srcOrd="0" destOrd="0" presId="urn:microsoft.com/office/officeart/2018/2/layout/IconLabelList"/>
    <dgm:cxn modelId="{663EAD41-C608-4511-A817-BFA7D271E91B}" type="presOf" srcId="{0D8278BB-20A4-4605-9F9A-FB735FC99FE9}" destId="{1AAF89AA-4B04-49A8-93AF-7A3BE35D9309}" srcOrd="0" destOrd="0" presId="urn:microsoft.com/office/officeart/2018/2/layout/IconLabelList"/>
    <dgm:cxn modelId="{881FE168-097B-4057-BA27-1B02D0E27F18}" srcId="{5F270EF9-EA07-458E-B170-0B91AABE7674}" destId="{4397088B-6BC7-4293-9319-6CA6AF795023}" srcOrd="2" destOrd="0" parTransId="{4B606589-9940-46A8-A684-F2A01AF3D046}" sibTransId="{0A45E7BC-0DA6-4996-9EFF-EF5432670660}"/>
    <dgm:cxn modelId="{9FC7DA81-D6A2-4183-9A0D-36C834C3F743}" srcId="{5F270EF9-EA07-458E-B170-0B91AABE7674}" destId="{0D8278BB-20A4-4605-9F9A-FB735FC99FE9}" srcOrd="1" destOrd="0" parTransId="{B46D6710-8F4A-494A-ADC0-B6A660CDF132}" sibTransId="{6705367F-98F2-4CAE-9FA8-18F1B3051DA1}"/>
    <dgm:cxn modelId="{E2C2049E-4488-4B3A-8F74-C2CAAC9136E8}" type="presOf" srcId="{5F270EF9-EA07-458E-B170-0B91AABE7674}" destId="{4908596C-A745-4FF9-9AA8-89C60913BE7E}" srcOrd="0" destOrd="0" presId="urn:microsoft.com/office/officeart/2018/2/layout/IconLabelList"/>
    <dgm:cxn modelId="{86A283AD-A5D8-4756-9CA4-5FFA5C817256}" type="presOf" srcId="{4397088B-6BC7-4293-9319-6CA6AF795023}" destId="{8670533E-A5DF-446E-901B-0BF08A6C1D63}" srcOrd="0" destOrd="0" presId="urn:microsoft.com/office/officeart/2018/2/layout/IconLabelList"/>
    <dgm:cxn modelId="{AF9AA119-05C0-47F5-AA16-1BEDFECE6FD2}" type="presParOf" srcId="{4908596C-A745-4FF9-9AA8-89C60913BE7E}" destId="{7212F7EC-BF12-4060-9D64-90DCE54DBE88}" srcOrd="0" destOrd="0" presId="urn:microsoft.com/office/officeart/2018/2/layout/IconLabelList"/>
    <dgm:cxn modelId="{C634A8F4-9CB4-42C3-AFB9-2AED99C4200B}" type="presParOf" srcId="{7212F7EC-BF12-4060-9D64-90DCE54DBE88}" destId="{93B70557-A5C9-48F1-85F0-E3BEE1DE43EE}" srcOrd="0" destOrd="0" presId="urn:microsoft.com/office/officeart/2018/2/layout/IconLabelList"/>
    <dgm:cxn modelId="{A1C4BA40-E714-4E7F-968C-AAB89FA57754}" type="presParOf" srcId="{7212F7EC-BF12-4060-9D64-90DCE54DBE88}" destId="{167EE8B7-3EAF-4D1F-B012-303AF27892A8}" srcOrd="1" destOrd="0" presId="urn:microsoft.com/office/officeart/2018/2/layout/IconLabelList"/>
    <dgm:cxn modelId="{6C989430-4CDF-4360-8902-F7CABCB3D605}" type="presParOf" srcId="{7212F7EC-BF12-4060-9D64-90DCE54DBE88}" destId="{DEA41755-E1CF-41AB-B6AD-0109493C9730}" srcOrd="2" destOrd="0" presId="urn:microsoft.com/office/officeart/2018/2/layout/IconLabelList"/>
    <dgm:cxn modelId="{366338C0-66C2-420D-BB43-B97F8728745C}" type="presParOf" srcId="{4908596C-A745-4FF9-9AA8-89C60913BE7E}" destId="{21391407-B5B0-4B38-9CA7-D8ACAC062FCB}" srcOrd="1" destOrd="0" presId="urn:microsoft.com/office/officeart/2018/2/layout/IconLabelList"/>
    <dgm:cxn modelId="{285F8445-D264-453F-9ED6-5885B87D4F7A}" type="presParOf" srcId="{4908596C-A745-4FF9-9AA8-89C60913BE7E}" destId="{ABE4B03A-05B2-4BCE-A5F8-220DFEBB486E}" srcOrd="2" destOrd="0" presId="urn:microsoft.com/office/officeart/2018/2/layout/IconLabelList"/>
    <dgm:cxn modelId="{3BDBD2C2-C6A6-4C61-A583-6BA7DB2FC8F4}" type="presParOf" srcId="{ABE4B03A-05B2-4BCE-A5F8-220DFEBB486E}" destId="{5153D984-AF44-4C6E-8F57-A3825606B23B}" srcOrd="0" destOrd="0" presId="urn:microsoft.com/office/officeart/2018/2/layout/IconLabelList"/>
    <dgm:cxn modelId="{3313AC1A-5973-4CB4-B2D1-F6F5AE0B9378}" type="presParOf" srcId="{ABE4B03A-05B2-4BCE-A5F8-220DFEBB486E}" destId="{8763D88D-F005-49D7-9AD2-8BD6FF01165F}" srcOrd="1" destOrd="0" presId="urn:microsoft.com/office/officeart/2018/2/layout/IconLabelList"/>
    <dgm:cxn modelId="{74E334A8-5AD0-46E3-8783-34E0D0BC2231}" type="presParOf" srcId="{ABE4B03A-05B2-4BCE-A5F8-220DFEBB486E}" destId="{1AAF89AA-4B04-49A8-93AF-7A3BE35D9309}" srcOrd="2" destOrd="0" presId="urn:microsoft.com/office/officeart/2018/2/layout/IconLabelList"/>
    <dgm:cxn modelId="{1FDE10F4-0DED-4216-9380-CBE259453031}" type="presParOf" srcId="{4908596C-A745-4FF9-9AA8-89C60913BE7E}" destId="{7AAFEAA3-C9EF-4C98-ACC3-877B9989EAF5}" srcOrd="3" destOrd="0" presId="urn:microsoft.com/office/officeart/2018/2/layout/IconLabelList"/>
    <dgm:cxn modelId="{04F24915-125A-48D1-A388-3AC584970036}" type="presParOf" srcId="{4908596C-A745-4FF9-9AA8-89C60913BE7E}" destId="{F44CF374-B129-4A8A-AC5F-79D3079327FF}" srcOrd="4" destOrd="0" presId="urn:microsoft.com/office/officeart/2018/2/layout/IconLabelList"/>
    <dgm:cxn modelId="{70058884-64BA-49D4-8886-3FB8E1D2C6F2}" type="presParOf" srcId="{F44CF374-B129-4A8A-AC5F-79D3079327FF}" destId="{03A05A4D-2D08-4EE3-A90E-2882A4DEFA1C}" srcOrd="0" destOrd="0" presId="urn:microsoft.com/office/officeart/2018/2/layout/IconLabelList"/>
    <dgm:cxn modelId="{C873DAFA-FD33-4D02-B688-BB0B4E10A823}" type="presParOf" srcId="{F44CF374-B129-4A8A-AC5F-79D3079327FF}" destId="{7231B103-0F51-4E5B-A74E-33713902C1FF}" srcOrd="1" destOrd="0" presId="urn:microsoft.com/office/officeart/2018/2/layout/IconLabelList"/>
    <dgm:cxn modelId="{8914C063-5957-4C3E-A5EA-72DDDADAF2C9}" type="presParOf" srcId="{F44CF374-B129-4A8A-AC5F-79D3079327FF}" destId="{8670533E-A5DF-446E-901B-0BF08A6C1D6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70557-A5C9-48F1-85F0-E3BEE1DE43EE}">
      <dsp:nvSpPr>
        <dsp:cNvPr id="0" name=""/>
        <dsp:cNvSpPr/>
      </dsp:nvSpPr>
      <dsp:spPr>
        <a:xfrm>
          <a:off x="893211" y="335229"/>
          <a:ext cx="1097528" cy="109752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41755-E1CF-41AB-B6AD-0109493C9730}">
      <dsp:nvSpPr>
        <dsp:cNvPr id="0" name=""/>
        <dsp:cNvSpPr/>
      </dsp:nvSpPr>
      <dsp:spPr>
        <a:xfrm>
          <a:off x="222499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444444"/>
              </a:solidFill>
              <a:latin typeface="Calibri"/>
              <a:ea typeface="Calibri"/>
              <a:cs typeface="Calibri"/>
            </a:rPr>
            <a:t>Unity + Fishing Sim</a:t>
          </a:r>
        </a:p>
      </dsp:txBody>
      <dsp:txXfrm>
        <a:off x="222499" y="1753513"/>
        <a:ext cx="2438952" cy="720000"/>
      </dsp:txXfrm>
    </dsp:sp>
    <dsp:sp modelId="{5153D984-AF44-4C6E-8F57-A3825606B23B}">
      <dsp:nvSpPr>
        <dsp:cNvPr id="0" name=""/>
        <dsp:cNvSpPr/>
      </dsp:nvSpPr>
      <dsp:spPr>
        <a:xfrm>
          <a:off x="3758980" y="335229"/>
          <a:ext cx="1097528" cy="1097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F89AA-4B04-49A8-93AF-7A3BE35D9309}">
      <dsp:nvSpPr>
        <dsp:cNvPr id="0" name=""/>
        <dsp:cNvSpPr/>
      </dsp:nvSpPr>
      <dsp:spPr>
        <a:xfrm>
          <a:off x="3088268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0000"/>
              </a:solidFill>
              <a:latin typeface="Calibri"/>
              <a:ea typeface="Calibri"/>
              <a:cs typeface="Calibri"/>
            </a:rPr>
            <a:t>Panther Model</a:t>
          </a:r>
          <a:endParaRPr lang="en-US" sz="2500" kern="1200">
            <a:solidFill>
              <a:srgbClr val="444444"/>
            </a:solidFill>
            <a:latin typeface="Calibri"/>
            <a:ea typeface="Calibri"/>
            <a:cs typeface="Calibri"/>
          </a:endParaRPr>
        </a:p>
      </dsp:txBody>
      <dsp:txXfrm>
        <a:off x="3088268" y="1753513"/>
        <a:ext cx="2438952" cy="720000"/>
      </dsp:txXfrm>
    </dsp:sp>
    <dsp:sp modelId="{03A05A4D-2D08-4EE3-A90E-2882A4DEFA1C}">
      <dsp:nvSpPr>
        <dsp:cNvPr id="0" name=""/>
        <dsp:cNvSpPr/>
      </dsp:nvSpPr>
      <dsp:spPr>
        <a:xfrm>
          <a:off x="6624748" y="335229"/>
          <a:ext cx="1097528" cy="109752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0533E-A5DF-446E-901B-0BF08A6C1D63}">
      <dsp:nvSpPr>
        <dsp:cNvPr id="0" name=""/>
        <dsp:cNvSpPr/>
      </dsp:nvSpPr>
      <dsp:spPr>
        <a:xfrm>
          <a:off x="5954037" y="1753513"/>
          <a:ext cx="243895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 Display" panose="020F0302020204030204"/>
            </a:rPr>
            <a:t>Events</a:t>
          </a:r>
        </a:p>
      </dsp:txBody>
      <dsp:txXfrm>
        <a:off x="5954037" y="1753513"/>
        <a:ext cx="243895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0AAFF-CFF9-4FCD-983D-9DA48EFBA3AC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EC7A4-21B5-4666-A5CC-BD782D603B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3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7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9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tt-my.sharepoint.com/:f:/g/personal/jpcst52_pitt_edu/IgBdbRtR9fw_R5iSvS9m7imDAUK7PV-SVrWqpgWcRUrRXlM?e=X8sK1I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callinan/VRPsych2024" TargetMode="External"/><Relationship Id="rId5" Type="http://schemas.openxmlformats.org/officeDocument/2006/relationships/hyperlink" Target="https://github.com/jcallinan/CIST1423-Fall2026-Examples/blob/master/Week-02-PantherCamCast/README.md" TargetMode="Externa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itycapture.com/realityscan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github.com/alicevision/Meshro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ly.cam/tools/photogrammetry" TargetMode="External"/><Relationship Id="rId5" Type="http://schemas.openxmlformats.org/officeDocument/2006/relationships/hyperlink" Target="https://kiriengine.app" TargetMode="External"/><Relationship Id="rId4" Type="http://schemas.openxmlformats.org/officeDocument/2006/relationships/image" Target="../media/image2.jpeg"/><Relationship Id="rId9" Type="http://schemas.openxmlformats.org/officeDocument/2006/relationships/hyperlink" Target="https://www.realityscan.com/download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6Xw-4Yu2ijA" TargetMode="External"/><Relationship Id="rId13" Type="http://schemas.openxmlformats.org/officeDocument/2006/relationships/image" Target="../media/image23.png"/><Relationship Id="rId18" Type="http://schemas.openxmlformats.org/officeDocument/2006/relationships/hyperlink" Target="https://github.com/jcallinan/CIST1423-Fall2026-Examples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EzppT0YhOzg" TargetMode="External"/><Relationship Id="rId12" Type="http://schemas.openxmlformats.org/officeDocument/2006/relationships/hyperlink" Target="https://github.com/NovoZZZ/fishing_simulator" TargetMode="External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www.upb.pitt.edu/student-engagement/alumni-and-family-weekend" TargetMode="External"/><Relationship Id="rId20" Type="http://schemas.openxmlformats.org/officeDocument/2006/relationships/hyperlink" Target="https://github.com/jcallinan/Rhodiu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5D0pFdqVgw" TargetMode="External"/><Relationship Id="rId11" Type="http://schemas.openxmlformats.org/officeDocument/2006/relationships/hyperlink" Target="https://github.com/evskii/UnityFishingMinigame" TargetMode="External"/><Relationship Id="rId5" Type="http://schemas.openxmlformats.org/officeDocument/2006/relationships/image" Target="../media/image21.png"/><Relationship Id="rId15" Type="http://schemas.openxmlformats.org/officeDocument/2006/relationships/hyperlink" Target="https://poly.cam/tools/photogrammetry" TargetMode="External"/><Relationship Id="rId10" Type="http://schemas.openxmlformats.org/officeDocument/2006/relationships/hyperlink" Target="https://github.com/alicevision/Meshroom" TargetMode="External"/><Relationship Id="rId19" Type="http://schemas.openxmlformats.org/officeDocument/2006/relationships/hyperlink" Target="https://github.com/jcallinan/CIST1422-Fall2026-Examples" TargetMode="External"/><Relationship Id="rId4" Type="http://schemas.openxmlformats.org/officeDocument/2006/relationships/image" Target="../media/image2.jpeg"/><Relationship Id="rId9" Type="http://schemas.openxmlformats.org/officeDocument/2006/relationships/image" Target="../media/image22.png"/><Relationship Id="rId14" Type="http://schemas.openxmlformats.org/officeDocument/2006/relationships/hyperlink" Target="https://www.kiriengine.app/tutorial/introduction-to-photo-scan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jpe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hyperlink" Target="https://assetstore.unity.com/search#q=fish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hyperlink" Target="https://github.com/jcallinan/CIST1423-Fall2026-Examples/tree/master/Week-02-PantherCamCast" TargetMode="External"/><Relationship Id="rId5" Type="http://schemas.openxmlformats.org/officeDocument/2006/relationships/image" Target="../media/image28.png"/><Relationship Id="rId10" Type="http://schemas.openxmlformats.org/officeDocument/2006/relationships/image" Target="../media/image32.jpeg"/><Relationship Id="rId4" Type="http://schemas.openxmlformats.org/officeDocument/2006/relationships/image" Target="../media/image2.jpe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vskii/UnityFishingMinigame" TargetMode="External"/><Relationship Id="rId13" Type="http://schemas.openxmlformats.org/officeDocument/2006/relationships/image" Target="../media/image24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hyperlink" Target="https://www.upb.pitt.edu/student-engagement/alumni-and-family-weekend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github.com/jcallinan/Rhodiu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5D0pFdqVgw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youtube.com/watch?v=EzppT0YhOzg" TargetMode="External"/><Relationship Id="rId15" Type="http://schemas.openxmlformats.org/officeDocument/2006/relationships/hyperlink" Target="https://github.com/jcallinan/CIST1423-Fall2026-Examples" TargetMode="External"/><Relationship Id="rId10" Type="http://schemas.openxmlformats.org/officeDocument/2006/relationships/hyperlink" Target="https://github.com/NovoZZZ/fishing_simulator" TargetMode="External"/><Relationship Id="rId4" Type="http://schemas.openxmlformats.org/officeDocument/2006/relationships/image" Target="../media/image37.png"/><Relationship Id="rId9" Type="http://schemas.openxmlformats.org/officeDocument/2006/relationships/hyperlink" Target="https://github.com/Ithalos/FishingGame" TargetMode="External"/><Relationship Id="rId14" Type="http://schemas.openxmlformats.org/officeDocument/2006/relationships/hyperlink" Target="https://github.com/jcallinan/CIST1422-Fall2026-Examples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alveSoftware/steamvr_unity_plugin" TargetMode="External"/><Relationship Id="rId13" Type="http://schemas.openxmlformats.org/officeDocument/2006/relationships/hyperlink" Target="https://valvesoftware.github.io/steamvr_unity_plugin/articles/Interaction-System.html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MkfsiX2JiU" TargetMode="External"/><Relationship Id="rId11" Type="http://schemas.openxmlformats.org/officeDocument/2006/relationships/hyperlink" Target="https://gamedevbeginner.com/state-machines-in-unity-how-and-when-to-use-them/" TargetMode="External"/><Relationship Id="rId5" Type="http://schemas.openxmlformats.org/officeDocument/2006/relationships/hyperlink" Target="https://www.youtube.com/watch?v=cwlFbLLR3qc" TargetMode="External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hyperlink" Target="https://github.com/nvjob/nvjob-boids" TargetMode="External"/><Relationship Id="rId1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wirewhiz.com/vr-grabbing-tutorial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Oohjh-JC020" TargetMode="External"/><Relationship Id="rId12" Type="http://schemas.openxmlformats.org/officeDocument/2006/relationships/hyperlink" Target="https://valvesoftware.github.io/steamvr_unity_plugin/articles/Interaction-System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MkfsiX2JiU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hyperlink" Target="https://github.com/nvjob/nvjob-boids" TargetMode="External"/><Relationship Id="rId4" Type="http://schemas.openxmlformats.org/officeDocument/2006/relationships/image" Target="../media/image2.jpeg"/><Relationship Id="rId9" Type="http://schemas.openxmlformats.org/officeDocument/2006/relationships/hyperlink" Target="https://github.com/ValveSoftware/steamvr_unity_plugin" TargetMode="External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Virtual Reality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973" y="4619624"/>
            <a:ext cx="9215730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  <a:ea typeface="+mn-lt"/>
                <a:cs typeface="+mn-lt"/>
              </a:rPr>
              <a:t>Wednesdays at 6:00pm</a:t>
            </a:r>
          </a:p>
          <a:p>
            <a:pPr algn="r"/>
            <a:r>
              <a:rPr lang="en-US" sz="2200">
                <a:ea typeface="+mn-lt"/>
                <a:cs typeface="+mn-lt"/>
              </a:rPr>
              <a:t>CIST 1423 - 2010   VIRTUAL REALITY PROGRAMMING AND TECHNOLOGY</a:t>
            </a:r>
            <a:endParaRPr lang="en-US" sz="22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E2FBD5-8DA3-0E46-1262-D511525A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851" y="1756241"/>
            <a:ext cx="4478312" cy="2065107"/>
          </a:xfrm>
          <a:prstGeom prst="rect">
            <a:avLst/>
          </a:prstGeom>
        </p:spPr>
      </p:pic>
      <p:pic>
        <p:nvPicPr>
          <p:cNvPr id="5" name="Picture 4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5BEF43DF-ADCB-0A81-1D09-2F2047E2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409" y="3482"/>
            <a:ext cx="2274211" cy="1373263"/>
          </a:xfrm>
          <a:prstGeom prst="rect">
            <a:avLst/>
          </a:prstGeom>
        </p:spPr>
      </p:pic>
      <p:pic>
        <p:nvPicPr>
          <p:cNvPr id="9" name="Picture 8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E76E65B-AD42-9BFE-2364-EFD68BA13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" y="5032"/>
            <a:ext cx="3388384" cy="838200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8733533D-4F2E-E7AB-7A15-C3969F026ADA}"/>
              </a:ext>
            </a:extLst>
          </p:cNvPr>
          <p:cNvSpPr/>
          <p:nvPr/>
        </p:nvSpPr>
        <p:spPr>
          <a:xfrm>
            <a:off x="414068" y="5805692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/>
        </p:spPr>
      </p:sp>
      <p:pic>
        <p:nvPicPr>
          <p:cNvPr id="10" name="Image 2" descr="/tmp/pitt/icons/paw_gold.png">
            <a:extLst>
              <a:ext uri="{FF2B5EF4-FFF2-40B4-BE49-F238E27FC236}">
                <a16:creationId xmlns:a16="http://schemas.microsoft.com/office/drawing/2014/main" id="{78F06577-C342-CA75-1FDD-18A10924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60" y="5924564"/>
            <a:ext cx="420624" cy="42062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FA0F112-BD4D-023E-9210-0C02F25D616E}"/>
              </a:ext>
            </a:extLst>
          </p:cNvPr>
          <p:cNvSpPr txBox="1"/>
          <p:nvPr/>
        </p:nvSpPr>
        <p:spPr>
          <a:xfrm>
            <a:off x="1145588" y="58056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0D68A"/>
                </a:solidFill>
                <a:latin typeface="Calibri"/>
                <a:ea typeface="Calibri"/>
                <a:cs typeface="Calibri"/>
              </a:rPr>
              <a:t>PS: student presentation at 6:00, then we head out for Panther pics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2556-C9E4-0773-2152-A9AD2608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182"/>
            <a:ext cx="10515600" cy="132556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8ADE0-C53B-9C16-EFDA-A40A472298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14824"/>
          <a:ext cx="8615489" cy="2808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D898DDEB-0D9A-C8A7-CE98-AC38E0CFE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409" y="3482"/>
            <a:ext cx="2274211" cy="1373263"/>
          </a:xfrm>
          <a:prstGeom prst="rect">
            <a:avLst/>
          </a:prstGeom>
        </p:spPr>
      </p:pic>
      <p:pic>
        <p:nvPicPr>
          <p:cNvPr id="13" name="Picture 1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FDD8B52E-14C8-E5CC-22FD-C1401D6591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" y="5032"/>
            <a:ext cx="3388384" cy="838200"/>
          </a:xfrm>
          <a:prstGeom prst="rect">
            <a:avLst/>
          </a:prstGeom>
        </p:spPr>
      </p:pic>
      <p:pic>
        <p:nvPicPr>
          <p:cNvPr id="19" name="Picture 18" descr="Home - A VR Spacewalk on Steam">
            <a:extLst>
              <a:ext uri="{FF2B5EF4-FFF2-40B4-BE49-F238E27FC236}">
                <a16:creationId xmlns:a16="http://schemas.microsoft.com/office/drawing/2014/main" id="{C4DD335D-0737-C591-D5DF-F5616AB25D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9892" y="5259957"/>
            <a:ext cx="2857500" cy="1600200"/>
          </a:xfrm>
          <a:prstGeom prst="rect">
            <a:avLst/>
          </a:prstGeom>
        </p:spPr>
      </p:pic>
      <p:pic>
        <p:nvPicPr>
          <p:cNvPr id="22" name="Picture 21" descr="A person wearing virtual reality headset and holding controllers&#10;&#10;AI-generated content may be incorrect.">
            <a:extLst>
              <a:ext uri="{FF2B5EF4-FFF2-40B4-BE49-F238E27FC236}">
                <a16:creationId xmlns:a16="http://schemas.microsoft.com/office/drawing/2014/main" id="{E88E5629-B802-2126-5912-2439E795AD9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351738" y="5267785"/>
            <a:ext cx="2855214" cy="159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3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5ED22-BB02-CE8D-5C61-60610FDB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0" y="0"/>
            <a:ext cx="556203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6DDFDC-0607-AC36-7E61-8FECE7B3FDCB}"/>
              </a:ext>
            </a:extLst>
          </p:cNvPr>
          <p:cNvSpPr txBox="1"/>
          <p:nvPr/>
        </p:nvSpPr>
        <p:spPr>
          <a:xfrm>
            <a:off x="6106542" y="930055"/>
            <a:ext cx="494453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No class next week – party instead!</a:t>
            </a: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Wednesday, September 9 2026</a:t>
            </a:r>
          </a:p>
          <a:p>
            <a:r>
              <a:rPr lang="en-US" sz="2400">
                <a:ea typeface="Calibri"/>
                <a:cs typeface="Calibri"/>
              </a:rPr>
              <a:t>5:00pm – 8:00pm</a:t>
            </a:r>
          </a:p>
        </p:txBody>
      </p:sp>
      <p:pic>
        <p:nvPicPr>
          <p:cNvPr id="7" name="Picture 6" descr="A group of people in front of computers&#10;&#10;AI-generated content may be incorrect.">
            <a:extLst>
              <a:ext uri="{FF2B5EF4-FFF2-40B4-BE49-F238E27FC236}">
                <a16:creationId xmlns:a16="http://schemas.microsoft.com/office/drawing/2014/main" id="{4A4BE708-1ADA-2209-5313-F67FDC74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409" y="5481256"/>
            <a:ext cx="2274211" cy="1373263"/>
          </a:xfrm>
          <a:prstGeom prst="rect">
            <a:avLst/>
          </a:prstGeom>
        </p:spPr>
      </p:pic>
      <p:pic>
        <p:nvPicPr>
          <p:cNvPr id="9" name="Image 0" descr="/tmp/pitt/vr2_unpacked/ppt/media/image16.png">
            <a:extLst>
              <a:ext uri="{FF2B5EF4-FFF2-40B4-BE49-F238E27FC236}">
                <a16:creationId xmlns:a16="http://schemas.microsoft.com/office/drawing/2014/main" id="{1A788CCB-59F8-7A09-4BF6-5F89C8D93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587" y="165857"/>
            <a:ext cx="1817298" cy="43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5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Right now: Panther Model Pics</a:t>
            </a:r>
            <a:endParaRPr lang="en-US" sz="29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457200" y="1353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~6:15–6:30 PM — right after the student presentation</a:t>
            </a:r>
            <a:endParaRPr lang="en-US" sz="1450"/>
          </a:p>
        </p:txBody>
      </p:sp>
      <p:sp>
        <p:nvSpPr>
          <p:cNvPr id="7" name="Shape 3"/>
          <p:cNvSpPr/>
          <p:nvPr/>
        </p:nvSpPr>
        <p:spPr>
          <a:xfrm>
            <a:off x="457200" y="1810512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0E2841"/>
          </a:solidFill>
          <a:ln/>
        </p:spPr>
      </p:sp>
      <p:pic>
        <p:nvPicPr>
          <p:cNvPr id="8" name="Image 2" descr="/tmp/pitt/icons/pin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011680"/>
            <a:ext cx="438912" cy="4389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61872" y="20299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subject: the bronze Panther</a:t>
            </a:r>
            <a:endParaRPr lang="en-US" sz="1600"/>
          </a:p>
        </p:txBody>
      </p:sp>
      <p:pic>
        <p:nvPicPr>
          <p:cNvPr id="10" name="Image 3" descr="/tmp/pitt/panther_photos/panther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3232" y="2542032"/>
            <a:ext cx="4709160" cy="1783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06440" y="1810512"/>
            <a:ext cx="5897880" cy="4434840"/>
          </a:xfrm>
          <a:prstGeom prst="roundRect">
            <a:avLst>
              <a:gd name="adj" fmla="val 164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3" name="Image 4" descr="/tmp/pitt/icons/camera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029968"/>
            <a:ext cx="475488" cy="4754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675120" y="206654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Shot details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5812479" y="2513278"/>
            <a:ext cx="5754681" cy="372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100–150 photos, 60–70% overlap between shots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Circle the statue at 3 heights: low, eye-level, high (step-stool/phone-up)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Overcast light or open shade — avoid hard shadows and glare on the bronze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Keep people and moving objects out of frame; steady hands, no motion blur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A few close-up detail shots of the face/paws for texture quality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shoot: what to do with the photos</a:t>
            </a:r>
            <a:endParaRPr lang="en-US" sz="3100"/>
          </a:p>
        </p:txBody>
      </p:sp>
      <p:sp>
        <p:nvSpPr>
          <p:cNvPr id="9" name="Shape 4"/>
          <p:cNvSpPr/>
          <p:nvPr/>
        </p:nvSpPr>
        <p:spPr>
          <a:xfrm>
            <a:off x="42844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0" name="Image 3" descr="/tmp/pitt/icons/clou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65" y="1933870"/>
            <a:ext cx="475488" cy="47548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0276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immediately</a:t>
            </a:r>
            <a:endParaRPr lang="en-US" sz="1600"/>
          </a:p>
        </p:txBody>
      </p:sp>
      <p:sp>
        <p:nvSpPr>
          <p:cNvPr id="12" name="Text 6"/>
          <p:cNvSpPr txBox="1"/>
          <p:nvPr/>
        </p:nvSpPr>
        <p:spPr>
          <a:xfrm>
            <a:off x="70276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Everyone uploads their shots into the shared "Panther-Shoot-Wk2" folder on the class OneDrive folder- </a:t>
            </a:r>
            <a:r>
              <a:rPr lang="en-US" sz="1300">
                <a:solidFill>
                  <a:srgbClr val="5B6B76"/>
                </a:solidFill>
                <a:ea typeface="+mn-lt"/>
                <a:cs typeface="+mn-lt"/>
                <a:hlinkClick r:id="rId6"/>
              </a:rPr>
              <a:t>Panther-Shoot-Wk2</a:t>
            </a: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1300">
              <a:solidFill>
                <a:srgbClr val="5B6B76"/>
              </a:solidFill>
              <a:ea typeface="Calibri"/>
              <a:cs typeface="Calibri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22320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4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525" y="1933870"/>
            <a:ext cx="475488" cy="47548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49752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Make your own folder</a:t>
            </a:r>
          </a:p>
        </p:txBody>
      </p:sp>
      <p:sp>
        <p:nvSpPr>
          <p:cNvPr id="16" name="Text 9"/>
          <p:cNvSpPr txBox="1"/>
          <p:nvPr/>
        </p:nvSpPr>
        <p:spPr>
          <a:xfrm>
            <a:off x="449752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person’s photos in their own subfolder (initials + count, e.g. "JC_38") so we can tell which set is missing angles.</a:t>
            </a:r>
            <a:endParaRPr lang="en-US" sz="1300"/>
          </a:p>
        </p:txBody>
      </p:sp>
      <p:sp>
        <p:nvSpPr>
          <p:cNvPr id="17" name="Shape 10"/>
          <p:cNvSpPr/>
          <p:nvPr/>
        </p:nvSpPr>
        <p:spPr>
          <a:xfrm>
            <a:off x="8017965" y="1677838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8" name="Image 5" descr="/tmp/pitt/icons/check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285" y="1933870"/>
            <a:ext cx="475488" cy="47548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292285" y="248251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deleted</a:t>
            </a:r>
            <a:endParaRPr lang="en-US" sz="1600"/>
          </a:p>
        </p:txBody>
      </p:sp>
      <p:sp>
        <p:nvSpPr>
          <p:cNvPr id="20" name="Text 12"/>
          <p:cNvSpPr txBox="1"/>
          <p:nvPr/>
        </p:nvSpPr>
        <p:spPr>
          <a:xfrm>
            <a:off x="8292285" y="304943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Keep originals even if a shot looks bad or blurry — the photogrammetry tool decides what’s usable..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→ this week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792281"/>
            <a:ext cx="5486400" cy="4379919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190195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recap</a:t>
            </a:r>
            <a:endParaRPr lang="en-US" sz="1700"/>
          </a:p>
        </p:txBody>
      </p:sp>
      <p:sp>
        <p:nvSpPr>
          <p:cNvPr id="8" name="Text 4"/>
          <p:cNvSpPr txBox="1"/>
          <p:nvPr/>
        </p:nvSpPr>
        <p:spPr>
          <a:xfrm>
            <a:off x="777240" y="2395728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GitHub + Unity Hub accounts created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Toured the Vive Pro 2, Quest 2/3, HoloLens stage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>
                <a:solidFill>
                  <a:srgbClr val="13202B"/>
                </a:solidFill>
                <a:latin typeface="Calibri"/>
                <a:ea typeface="Calibri"/>
                <a:cs typeface="Calibri"/>
              </a:rPr>
              <a:t>SteamVR interaction sample explored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100314" y="1792281"/>
            <a:ext cx="5675892" cy="2539617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92240" y="19019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Ch. 2 (first half)</a:t>
            </a:r>
            <a:endParaRPr lang="en-US" sz="1700"/>
          </a:p>
        </p:txBody>
      </p:sp>
      <p:sp>
        <p:nvSpPr>
          <p:cNvPr id="11" name="Text 7"/>
          <p:cNvSpPr txBox="1"/>
          <p:nvPr/>
        </p:nvSpPr>
        <p:spPr>
          <a:xfrm>
            <a:off x="6492240" y="2395728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Choosing a render pipeline (URP)</a:t>
            </a:r>
            <a:endParaRPr lang="en-US" sz="15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Touring the Editor: Hierarchy, Scene, Game, Inspector, Project</a:t>
            </a:r>
            <a:endParaRPr lang="en-US" sz="15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with merging </a:t>
            </a:r>
            <a:r>
              <a:rPr lang="en-US" sz="15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FIshing</a:t>
            </a: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Sim + </a:t>
            </a:r>
            <a:r>
              <a:rPr lang="en-US" sz="15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VRPsych</a:t>
            </a:r>
            <a: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Example:</a:t>
            </a:r>
            <a:b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br>
              <a:rPr lang="en-US" sz="15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550">
                <a:solidFill>
                  <a:srgbClr val="FFFFFF"/>
                </a:solidFill>
                <a:ea typeface="+mn-lt"/>
                <a:cs typeface="+mn-lt"/>
                <a:hlinkClick r:id="rId5"/>
              </a:rPr>
              <a:t>https://github.com/jcallinan/CIST1423-Fall2026-Examples/blob/master/Week-02-PantherCamCast/README.md</a:t>
            </a:r>
            <a:r>
              <a:rPr lang="en-US" sz="1550">
                <a:solidFill>
                  <a:srgbClr val="FFFFFF"/>
                </a:solidFill>
                <a:ea typeface="+mn-lt"/>
                <a:cs typeface="+mn-lt"/>
              </a:rPr>
              <a:t> </a:t>
            </a:r>
          </a:p>
          <a:p>
            <a:pPr marL="342900" indent="-3429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550">
                <a:solidFill>
                  <a:srgbClr val="FFFFFF"/>
                </a:solidFill>
                <a:ea typeface="+mn-lt"/>
                <a:cs typeface="+mn-lt"/>
                <a:hlinkClick r:id="rId6"/>
              </a:rPr>
              <a:t>https://github.com/jcallinan/VRPsych2024</a:t>
            </a:r>
            <a:r>
              <a:rPr lang="en-US" sz="1550">
                <a:solidFill>
                  <a:srgbClr val="FFFFFF"/>
                </a:solidFill>
                <a:ea typeface="+mn-lt"/>
                <a:cs typeface="+mn-lt"/>
              </a:rPr>
              <a:t> </a:t>
            </a:r>
            <a:endParaRPr lang="en-US" sz="155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Unity Editor, piece by piece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76656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8" name="Image 2" descr="/tmp/pitt/icons/co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20756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650"/>
          </a:p>
        </p:txBody>
      </p:sp>
      <p:sp>
        <p:nvSpPr>
          <p:cNvPr id="10" name="Text 5"/>
          <p:cNvSpPr txBox="1"/>
          <p:nvPr/>
        </p:nvSpPr>
        <p:spPr>
          <a:xfrm>
            <a:off x="640080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GameObject in the open scene, nested by parent/child</a:t>
            </a:r>
            <a:endParaRPr lang="en-US" sz="1250"/>
          </a:p>
        </p:txBody>
      </p:sp>
      <p:sp>
        <p:nvSpPr>
          <p:cNvPr id="11" name="Shape 6"/>
          <p:cNvSpPr/>
          <p:nvPr/>
        </p:nvSpPr>
        <p:spPr>
          <a:xfrm>
            <a:off x="3310128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529584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3" name="Image 3" descr="/tmp/pitt/icons/image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316" y="207568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493008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&amp; Game view</a:t>
            </a:r>
            <a:endParaRPr lang="en-US" sz="1650"/>
          </a:p>
        </p:txBody>
      </p:sp>
      <p:sp>
        <p:nvSpPr>
          <p:cNvPr id="15" name="Text 9"/>
          <p:cNvSpPr txBox="1"/>
          <p:nvPr/>
        </p:nvSpPr>
        <p:spPr>
          <a:xfrm>
            <a:off x="3493008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= you moving around; Game = what the player/headset sees</a:t>
            </a:r>
            <a:endParaRPr lang="en-US" sz="1250"/>
          </a:p>
        </p:txBody>
      </p:sp>
      <p:sp>
        <p:nvSpPr>
          <p:cNvPr id="16" name="Shape 10"/>
          <p:cNvSpPr/>
          <p:nvPr/>
        </p:nvSpPr>
        <p:spPr>
          <a:xfrm>
            <a:off x="6163056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2512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8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207568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45936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650"/>
          </a:p>
        </p:txBody>
      </p:sp>
      <p:sp>
        <p:nvSpPr>
          <p:cNvPr id="20" name="Text 13"/>
          <p:cNvSpPr txBox="1"/>
          <p:nvPr/>
        </p:nvSpPr>
        <p:spPr>
          <a:xfrm>
            <a:off x="6345936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values on whatever you’ve selected</a:t>
            </a:r>
            <a:endParaRPr lang="en-US" sz="1250"/>
          </a:p>
        </p:txBody>
      </p:sp>
      <p:sp>
        <p:nvSpPr>
          <p:cNvPr id="21" name="Shape 14"/>
          <p:cNvSpPr/>
          <p:nvPr/>
        </p:nvSpPr>
        <p:spPr>
          <a:xfrm>
            <a:off x="9015984" y="1691640"/>
            <a:ext cx="2706624" cy="297180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235440" y="1920240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3" name="Image 5" descr="/tmp/pitt/icons/cub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172" y="2075688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98864" y="2724912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window</a:t>
            </a:r>
            <a:endParaRPr lang="en-US" sz="1650"/>
          </a:p>
        </p:txBody>
      </p:sp>
      <p:sp>
        <p:nvSpPr>
          <p:cNvPr id="25" name="Text 17"/>
          <p:cNvSpPr txBox="1"/>
          <p:nvPr/>
        </p:nvSpPr>
        <p:spPr>
          <a:xfrm>
            <a:off x="9198864" y="3145536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in the project, on disk</a:t>
            </a:r>
            <a:endParaRPr lang="en-US" sz="1250"/>
          </a:p>
        </p:txBody>
      </p:sp>
      <p:pic>
        <p:nvPicPr>
          <p:cNvPr id="26" name="Image 6" descr="/tmp/pitt/vr2_unpacked/ppt/media/image14.jpe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4892040"/>
            <a:ext cx="2724912" cy="14630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→ 3D model → Unity</a:t>
            </a:r>
            <a:endParaRPr lang="en-US" sz="3100"/>
          </a:p>
        </p:txBody>
      </p:sp>
      <p:sp>
        <p:nvSpPr>
          <p:cNvPr id="6" name="Shape 2"/>
          <p:cNvSpPr/>
          <p:nvPr/>
        </p:nvSpPr>
        <p:spPr>
          <a:xfrm>
            <a:off x="457200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Capture</a:t>
            </a:r>
            <a:endParaRPr lang="en-US" sz="1500"/>
          </a:p>
        </p:txBody>
      </p:sp>
      <p:sp>
        <p:nvSpPr>
          <p:cNvPr id="8" name="Shape 4"/>
          <p:cNvSpPr/>
          <p:nvPr/>
        </p:nvSpPr>
        <p:spPr>
          <a:xfrm>
            <a:off x="3127248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9" name="Shape 5"/>
          <p:cNvSpPr/>
          <p:nvPr/>
        </p:nvSpPr>
        <p:spPr>
          <a:xfrm>
            <a:off x="3300984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0984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Process</a:t>
            </a:r>
            <a:endParaRPr lang="en-US" sz="1500"/>
          </a:p>
        </p:txBody>
      </p:sp>
      <p:sp>
        <p:nvSpPr>
          <p:cNvPr id="11" name="Shape 7"/>
          <p:cNvSpPr/>
          <p:nvPr/>
        </p:nvSpPr>
        <p:spPr>
          <a:xfrm>
            <a:off x="5971032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2" name="Shape 8"/>
          <p:cNvSpPr/>
          <p:nvPr/>
        </p:nvSpPr>
        <p:spPr>
          <a:xfrm>
            <a:off x="6144768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44768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Clean &amp; decimate</a:t>
            </a:r>
            <a:endParaRPr lang="en-US" sz="1500"/>
          </a:p>
        </p:txBody>
      </p:sp>
      <p:sp>
        <p:nvSpPr>
          <p:cNvPr id="14" name="Shape 10"/>
          <p:cNvSpPr/>
          <p:nvPr/>
        </p:nvSpPr>
        <p:spPr>
          <a:xfrm>
            <a:off x="8814816" y="1700784"/>
            <a:ext cx="164592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5" name="Shape 11"/>
          <p:cNvSpPr/>
          <p:nvPr/>
        </p:nvSpPr>
        <p:spPr>
          <a:xfrm>
            <a:off x="8988552" y="15361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0E2841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88552" y="1536192"/>
            <a:ext cx="26517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Import to Unity</a:t>
            </a:r>
            <a:endParaRPr lang="en-US" sz="1500"/>
          </a:p>
        </p:txBody>
      </p:sp>
      <p:sp>
        <p:nvSpPr>
          <p:cNvPr id="17" name="Shape 13"/>
          <p:cNvSpPr/>
          <p:nvPr/>
        </p:nvSpPr>
        <p:spPr>
          <a:xfrm>
            <a:off x="457200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 Engine</a:t>
            </a:r>
            <a:endParaRPr lang="en-US" sz="1600"/>
          </a:p>
        </p:txBody>
      </p:sp>
      <p:sp>
        <p:nvSpPr>
          <p:cNvPr id="19" name="Text 15"/>
          <p:cNvSpPr txBox="1"/>
          <p:nvPr/>
        </p:nvSpPr>
        <p:spPr>
          <a:xfrm>
            <a:off x="640080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mobile app, phone-only workflow, Photo Scan mode</a:t>
            </a:r>
            <a:endParaRPr lang="en-US" sz="2000"/>
          </a:p>
        </p:txBody>
      </p:sp>
      <p:sp>
        <p:nvSpPr>
          <p:cNvPr id="20" name="Text 16">
            <a:hlinkClick r:id="rId5"/>
          </p:cNvPr>
          <p:cNvSpPr txBox="1"/>
          <p:nvPr/>
        </p:nvSpPr>
        <p:spPr>
          <a:xfrm>
            <a:off x="640080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kiriengine.app</a:t>
            </a:r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300984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483864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Polycam</a:t>
            </a:r>
            <a:endParaRPr lang="en-US" sz="1600"/>
          </a:p>
        </p:txBody>
      </p:sp>
      <p:sp>
        <p:nvSpPr>
          <p:cNvPr id="23" name="Text 19"/>
          <p:cNvSpPr txBox="1"/>
          <p:nvPr/>
        </p:nvSpPr>
        <p:spPr>
          <a:xfrm>
            <a:off x="3483864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LiDAR + photo mode, fast cloud processing</a:t>
            </a:r>
            <a:endParaRPr lang="en-US" sz="2000"/>
          </a:p>
        </p:txBody>
      </p:sp>
      <p:sp>
        <p:nvSpPr>
          <p:cNvPr id="24" name="Text 20">
            <a:hlinkClick r:id="rId6"/>
          </p:cNvPr>
          <p:cNvSpPr txBox="1"/>
          <p:nvPr/>
        </p:nvSpPr>
        <p:spPr>
          <a:xfrm>
            <a:off x="3483864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poly.cam/tools/photogrammetry</a:t>
            </a:r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44768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27648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Meshroom</a:t>
            </a:r>
            <a:endParaRPr lang="en-US" sz="1600"/>
          </a:p>
        </p:txBody>
      </p:sp>
      <p:sp>
        <p:nvSpPr>
          <p:cNvPr id="27" name="Text 23"/>
          <p:cNvSpPr txBox="1"/>
          <p:nvPr/>
        </p:nvSpPr>
        <p:spPr>
          <a:xfrm>
            <a:off x="6327648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(AliceVision), desktop, node-based, full control</a:t>
            </a:r>
            <a:endParaRPr lang="en-US" sz="2000"/>
          </a:p>
        </p:txBody>
      </p:sp>
      <p:sp>
        <p:nvSpPr>
          <p:cNvPr id="28" name="Text 24">
            <a:hlinkClick r:id="rId7"/>
          </p:cNvPr>
          <p:cNvSpPr txBox="1"/>
          <p:nvPr/>
        </p:nvSpPr>
        <p:spPr>
          <a:xfrm>
            <a:off x="6327648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github.com/alicevision/Meshroom</a:t>
            </a:r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988552" y="233172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71432" y="2542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RealityScan</a:t>
            </a:r>
            <a:endParaRPr lang="en-US" sz="1600"/>
          </a:p>
        </p:txBody>
      </p:sp>
      <p:sp>
        <p:nvSpPr>
          <p:cNvPr id="31" name="Text 27"/>
          <p:cNvSpPr txBox="1"/>
          <p:nvPr/>
        </p:nvSpPr>
        <p:spPr>
          <a:xfrm>
            <a:off x="9171432" y="299923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(Epic Games), high-quality output, exports for Unity</a:t>
            </a:r>
            <a:endParaRPr lang="en-US" sz="2000"/>
          </a:p>
        </p:txBody>
      </p:sp>
      <p:sp>
        <p:nvSpPr>
          <p:cNvPr id="32" name="Text 28">
            <a:hlinkClick r:id="rId8"/>
          </p:cNvPr>
          <p:cNvSpPr txBox="1"/>
          <p:nvPr/>
        </p:nvSpPr>
        <p:spPr>
          <a:xfrm>
            <a:off x="9171432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9ED5"/>
                </a:solidFill>
                <a:ea typeface="+mn-lt"/>
                <a:cs typeface="+mn-lt"/>
                <a:hlinkClick r:id="rId9"/>
              </a:rPr>
              <a:t>https://www.realityscan.com/download</a:t>
            </a:r>
            <a:r>
              <a:rPr lang="en-US">
                <a:solidFill>
                  <a:srgbClr val="0F9ED5"/>
                </a:solidFill>
                <a:ea typeface="+mn-lt"/>
                <a:cs typeface="+mn-lt"/>
              </a:rPr>
              <a:t> 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Resources &amp; links: 3d scanning</a:t>
            </a:r>
            <a:endParaRPr lang="en-US" sz="31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/>
          </a:p>
        </p:txBody>
      </p:sp>
      <p:pic>
        <p:nvPicPr>
          <p:cNvPr id="7" name="Image 2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104"/>
            <a:ext cx="246888" cy="24688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" y="19659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photogrammetry, start to finish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https://www.youtube.com/watch?v=45D0pFdqVgw</a:t>
            </a:r>
            <a:endParaRPr lang="en-US" sz="1400"/>
          </a:p>
        </p:txBody>
      </p:sp>
      <p:pic>
        <p:nvPicPr>
          <p:cNvPr id="9" name="Image 3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23744"/>
            <a:ext cx="246888" cy="24688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" y="25146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 fishing minigame, step by step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https://www.youtube.com/watch?v=EzppT0YhOzg</a:t>
            </a:r>
            <a:endParaRPr lang="en-US" sz="1400"/>
          </a:p>
        </p:txBody>
      </p:sp>
      <p:pic>
        <p:nvPicPr>
          <p:cNvPr id="11" name="Image 4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72384"/>
            <a:ext cx="246888" cy="24688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04672" y="306324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World Tour demo reference (2025)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https://www.youtube.com/watch?v=6Xw-4Yu2ijA</a:t>
            </a:r>
            <a:endParaRPr lang="en-US" sz="1400"/>
          </a:p>
        </p:txBody>
      </p:sp>
      <p:sp>
        <p:nvSpPr>
          <p:cNvPr id="13" name="Text 6"/>
          <p:cNvSpPr txBox="1"/>
          <p:nvPr/>
        </p:nvSpPr>
        <p:spPr>
          <a:xfrm>
            <a:off x="45720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/>
          </a:p>
        </p:txBody>
      </p:sp>
      <p:pic>
        <p:nvPicPr>
          <p:cNvPr id="14" name="Image 5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78224"/>
            <a:ext cx="246888" cy="24688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04672" y="406908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Meshroom (open-source photogrammetry)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https://github.com/alicevision/Meshroom</a:t>
            </a:r>
            <a:endParaRPr lang="en-US" sz="1400"/>
          </a:p>
        </p:txBody>
      </p:sp>
      <p:pic>
        <p:nvPicPr>
          <p:cNvPr id="16" name="Image 6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626864"/>
            <a:ext cx="246888" cy="246888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04672" y="461772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fishing minigame sample package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https://github.com/evskii/UnityFishingMinigame</a:t>
            </a:r>
            <a:endParaRPr lang="en-US" sz="1400"/>
          </a:p>
        </p:txBody>
      </p:sp>
      <p:pic>
        <p:nvPicPr>
          <p:cNvPr id="18" name="Image 7" descr="/tmp/pitt/icons/github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175504"/>
            <a:ext cx="246888" cy="246888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04672" y="51663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 (reference project)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https://github.com/NovoZZZ/fishing_simulator</a:t>
            </a:r>
            <a:endParaRPr lang="en-US" sz="1400"/>
          </a:p>
        </p:txBody>
      </p:sp>
      <p:sp>
        <p:nvSpPr>
          <p:cNvPr id="20" name="Text 10"/>
          <p:cNvSpPr txBox="1"/>
          <p:nvPr/>
        </p:nvSpPr>
        <p:spPr>
          <a:xfrm>
            <a:off x="608076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/>
          </a:p>
        </p:txBody>
      </p:sp>
      <p:pic>
        <p:nvPicPr>
          <p:cNvPr id="21" name="Image 8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1856232"/>
            <a:ext cx="246888" cy="24688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428232" y="184708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 Engine Photo Scan tutorial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https://www.kiriengine.app/tutorial/introduction-to-photo-scan</a:t>
            </a:r>
            <a:endParaRPr lang="en-US" sz="1400"/>
          </a:p>
        </p:txBody>
      </p:sp>
      <p:pic>
        <p:nvPicPr>
          <p:cNvPr id="23" name="Image 9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2295144"/>
            <a:ext cx="246888" cy="246888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428232" y="228600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Polycam photogrammetry tool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https://poly.cam/tools/photogrammetry</a:t>
            </a:r>
            <a:endParaRPr lang="en-US" sz="1400"/>
          </a:p>
        </p:txBody>
      </p:sp>
      <p:pic>
        <p:nvPicPr>
          <p:cNvPr id="25" name="Image 10" descr="/tmp/pitt/icons/link_cy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2734056"/>
            <a:ext cx="246888" cy="246888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428232" y="2724912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Family Weekend 2026 schedule  </a:t>
            </a:r>
            <a:r>
              <a:rPr lang="en-US" sz="12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https://www.upb.pitt.edu/student-engagement/alumni-and-family-weekend</a:t>
            </a:r>
            <a:endParaRPr lang="en-US" sz="1200"/>
          </a:p>
        </p:txBody>
      </p:sp>
      <p:sp>
        <p:nvSpPr>
          <p:cNvPr id="29" name="Shape 15"/>
          <p:cNvSpPr/>
          <p:nvPr/>
        </p:nvSpPr>
        <p:spPr>
          <a:xfrm>
            <a:off x="6080760" y="3913632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E2841"/>
          </a:solidFill>
          <a:ln/>
        </p:spPr>
      </p:sp>
      <p:pic>
        <p:nvPicPr>
          <p:cNvPr id="30" name="Image 12" descr="/tmp/pitt/icons/github_gol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4114800"/>
            <a:ext cx="402336" cy="402336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839712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course repos</a:t>
            </a:r>
            <a:endParaRPr lang="en-US" sz="1500"/>
          </a:p>
        </p:txBody>
      </p:sp>
      <p:sp>
        <p:nvSpPr>
          <p:cNvPr id="32" name="Text 17"/>
          <p:cNvSpPr txBox="1"/>
          <p:nvPr/>
        </p:nvSpPr>
        <p:spPr>
          <a:xfrm>
            <a:off x="6327648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CIST1423 weekly examples (this repo)  </a:t>
            </a:r>
            <a:r>
              <a:rPr lang="en-US" sz="115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https://github.com/jcallinan/CIST1423-Fall2026-Examples</a:t>
            </a:r>
            <a:endParaRPr lang="en-US" sz="1150"/>
          </a:p>
        </p:txBody>
      </p:sp>
      <p:sp>
        <p:nvSpPr>
          <p:cNvPr id="33" name="Text 18"/>
          <p:cNvSpPr txBox="1"/>
          <p:nvPr/>
        </p:nvSpPr>
        <p:spPr>
          <a:xfrm>
            <a:off x="6327648" y="4974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CIST1422 weekly examples (game-design side)  </a:t>
            </a:r>
            <a:r>
              <a:rPr lang="en-US" sz="115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https://github.com/jcallinan/CIST1422-Fall2026-Examples</a:t>
            </a:r>
            <a:endParaRPr lang="en-US" sz="1150"/>
          </a:p>
        </p:txBody>
      </p:sp>
      <p:sp>
        <p:nvSpPr>
          <p:cNvPr id="34" name="Text 19"/>
          <p:cNvSpPr txBox="1"/>
          <p:nvPr/>
        </p:nvSpPr>
        <p:spPr>
          <a:xfrm>
            <a:off x="6327648" y="5376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Rhodium — Destiny Clone  </a:t>
            </a:r>
            <a:r>
              <a:rPr lang="en-US" sz="1150" u="sng">
                <a:solidFill>
                  <a:srgbClr val="0F9ED5"/>
                </a:solidFill>
                <a:latin typeface="Calibri"/>
                <a:ea typeface="Calibri"/>
                <a:cs typeface="Calibri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https://github.com/jcallinan/Rhodium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6" name="Text 2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starting from zero: reusing SaintTropez</a:t>
            </a:r>
            <a:endParaRPr lang="en-US" sz="27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VRPsych2024 project already has most of what a fishing sim needs, we can export a scene from it, to import to a new project: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57200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8" name="Image 2" descr="/tmp/pitt/icons/wa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066544"/>
            <a:ext cx="438912" cy="4389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8368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surface</a:t>
            </a:r>
            <a:endParaRPr lang="en-US" sz="1500"/>
          </a:p>
        </p:txBody>
      </p:sp>
      <p:sp>
        <p:nvSpPr>
          <p:cNvPr id="10" name="Text 5"/>
          <p:cNvSpPr txBox="1"/>
          <p:nvPr/>
        </p:nvSpPr>
        <p:spPr>
          <a:xfrm>
            <a:off x="658368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Water Shaders V2 — a working URP water material, ready to drop under the dock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3264408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2" name="Image 3" descr="/tmp/pitt/icons/fish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2066544"/>
            <a:ext cx="438912" cy="4389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65576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fish</a:t>
            </a:r>
            <a:endParaRPr lang="en-US" sz="1500"/>
          </a:p>
        </p:txBody>
      </p:sp>
      <p:sp>
        <p:nvSpPr>
          <p:cNvPr id="14" name="Text 8"/>
          <p:cNvSpPr txBox="1"/>
          <p:nvPr/>
        </p:nvSpPr>
        <p:spPr>
          <a:xfrm>
            <a:off x="3465576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pack (Amberjack, Bass, Goldfish, Koi, Salmon) driven by #NVJOB Boids flocking</a:t>
            </a:r>
            <a:endParaRPr lang="en-US" sz="1200"/>
          </a:p>
        </p:txBody>
      </p:sp>
      <p:sp>
        <p:nvSpPr>
          <p:cNvPr id="15" name="Shape 9"/>
          <p:cNvSpPr/>
          <p:nvPr/>
        </p:nvSpPr>
        <p:spPr>
          <a:xfrm>
            <a:off x="6071616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6" name="Image 4" descr="/tmp/pitt/icons/tool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066544"/>
            <a:ext cx="438912" cy="43891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72784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model</a:t>
            </a:r>
            <a:endParaRPr lang="en-US" sz="1500"/>
          </a:p>
        </p:txBody>
      </p:sp>
      <p:sp>
        <p:nvSpPr>
          <p:cNvPr id="18" name="Text 11"/>
          <p:cNvSpPr txBox="1"/>
          <p:nvPr/>
        </p:nvSpPr>
        <p:spPr>
          <a:xfrm>
            <a:off x="6272784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3 — an actual dock/pier prefab, which is exactly our "walk the dock" opener</a:t>
            </a:r>
            <a:endParaRPr lang="en-US" sz="1200"/>
          </a:p>
        </p:txBody>
      </p:sp>
      <p:sp>
        <p:nvSpPr>
          <p:cNvPr id="19" name="Shape 12"/>
          <p:cNvSpPr/>
          <p:nvPr/>
        </p:nvSpPr>
        <p:spPr>
          <a:xfrm>
            <a:off x="8878824" y="1874520"/>
            <a:ext cx="2688336" cy="2788920"/>
          </a:xfrm>
          <a:prstGeom prst="roundRect">
            <a:avLst>
              <a:gd name="adj" fmla="val 272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20" name="Image 5" descr="/tmp/pitt/icons/cog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992" y="206654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79992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Bobber physics</a:t>
            </a:r>
            <a:endParaRPr lang="en-US" sz="1500"/>
          </a:p>
        </p:txBody>
      </p:sp>
      <p:sp>
        <p:nvSpPr>
          <p:cNvPr id="22" name="Text 14"/>
          <p:cNvSpPr txBox="1"/>
          <p:nvPr/>
        </p:nvSpPr>
        <p:spPr>
          <a:xfrm>
            <a:off x="9079992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NWH Dynamic Water Physics 2 — buoyancy we can reuse for a floating bobber, not code from scratch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457200" y="48463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E2841"/>
          </a:solidFill>
          <a:ln/>
        </p:spPr>
      </p:sp>
      <p:pic>
        <p:nvPicPr>
          <p:cNvPr id="24" name="Image 6" descr="/tmp/pitt/icons/vr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074920"/>
            <a:ext cx="530352" cy="53035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417320" y="501091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SteamVR first</a:t>
            </a:r>
            <a:endParaRPr lang="en-US" sz="1650"/>
          </a:p>
        </p:txBody>
      </p:sp>
      <p:sp>
        <p:nvSpPr>
          <p:cNvPr id="26" name="Text 17"/>
          <p:cNvSpPr txBox="1"/>
          <p:nvPr/>
        </p:nvSpPr>
        <p:spPr>
          <a:xfrm>
            <a:off x="1417320" y="5440680"/>
            <a:ext cx="10012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We’re building for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+ the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Vive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Pro 2 first, because that’s what runs on stage — the project already has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SteamVR_Input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and a working </a:t>
            </a:r>
            <a:r>
              <a:rPr lang="en-US" sz="13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VRInteractions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system wired in. Other headsets (Quest, etc.) can come later once the core loop works.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>
                <a:solidFill>
                  <a:srgbClr val="0E2841"/>
                </a:solidFill>
                <a:latin typeface="Cambria"/>
                <a:ea typeface="Cambria"/>
                <a:cs typeface="Cambria" pitchFamily="34" charset="-120"/>
              </a:rPr>
              <a:t>Final product: a fishing simulator</a:t>
            </a:r>
            <a:endParaRPr lang="en-US" sz="3100">
              <a:latin typeface="Cambria"/>
              <a:ea typeface="Cambria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57200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85216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8" name="Image 2" descr="/tmp/pitt/icons/walkin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929384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5216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dock</a:t>
            </a:r>
            <a:endParaRPr lang="en-US" sz="1500"/>
          </a:p>
        </p:txBody>
      </p:sp>
      <p:sp>
        <p:nvSpPr>
          <p:cNvPr id="10" name="Text 5"/>
          <p:cNvSpPr txBox="1"/>
          <p:nvPr/>
        </p:nvSpPr>
        <p:spPr>
          <a:xfrm>
            <a:off x="585216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approaches the pond on the reused Pier-House dock, Panther statue overlooking the water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2578608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2" name="Shape 7"/>
          <p:cNvSpPr/>
          <p:nvPr/>
        </p:nvSpPr>
        <p:spPr>
          <a:xfrm>
            <a:off x="2724912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852928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14" name="Image 3" descr="/tmp/pitt/icons/fish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92938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852928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500"/>
          </a:p>
        </p:txBody>
      </p:sp>
      <p:sp>
        <p:nvSpPr>
          <p:cNvPr id="16" name="Text 10"/>
          <p:cNvSpPr txBox="1"/>
          <p:nvPr/>
        </p:nvSpPr>
        <p:spPr>
          <a:xfrm>
            <a:off x="2852928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trigger-pull cast — physical rod motion, grabbed via the Interaction System</a:t>
            </a:r>
            <a:endParaRPr lang="en-US" sz="1200"/>
          </a:p>
        </p:txBody>
      </p:sp>
      <p:sp>
        <p:nvSpPr>
          <p:cNvPr id="17" name="Shape 11"/>
          <p:cNvSpPr/>
          <p:nvPr/>
        </p:nvSpPr>
        <p:spPr>
          <a:xfrm>
            <a:off x="4846320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8" name="Shape 12"/>
          <p:cNvSpPr/>
          <p:nvPr/>
        </p:nvSpPr>
        <p:spPr>
          <a:xfrm>
            <a:off x="4992624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20640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0" name="Image 4" descr="/tmp/pitt/icons/clock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9512" y="192938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20640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&amp; bite</a:t>
            </a:r>
            <a:endParaRPr lang="en-US" sz="1500"/>
          </a:p>
        </p:txBody>
      </p:sp>
      <p:sp>
        <p:nvSpPr>
          <p:cNvPr id="22" name="Text 15"/>
          <p:cNvSpPr txBox="1"/>
          <p:nvPr/>
        </p:nvSpPr>
        <p:spPr>
          <a:xfrm>
            <a:off x="5120640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Bobber (Dynamic Water Physics buoyancy) dips; haptic pulse and audio cue signal a bite</a:t>
            </a:r>
            <a:endParaRPr lang="en-US" sz="1200"/>
          </a:p>
        </p:txBody>
      </p:sp>
      <p:sp>
        <p:nvSpPr>
          <p:cNvPr id="23" name="Shape 16"/>
          <p:cNvSpPr/>
          <p:nvPr/>
        </p:nvSpPr>
        <p:spPr>
          <a:xfrm>
            <a:off x="7114032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24" name="Shape 17"/>
          <p:cNvSpPr/>
          <p:nvPr/>
        </p:nvSpPr>
        <p:spPr>
          <a:xfrm>
            <a:off x="7260336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88352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26" name="Image 5" descr="/tmp/pitt/icons/gamepa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192938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88352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it in</a:t>
            </a:r>
            <a:endParaRPr lang="en-US" sz="1500"/>
          </a:p>
        </p:txBody>
      </p:sp>
      <p:sp>
        <p:nvSpPr>
          <p:cNvPr id="28" name="Text 20"/>
          <p:cNvSpPr txBox="1"/>
          <p:nvPr/>
        </p:nvSpPr>
        <p:spPr>
          <a:xfrm>
            <a:off x="7388352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Timing/tension minigame, driven by the SteamVR trigger — reel too fast and the line snaps</a:t>
            </a:r>
            <a:endParaRPr lang="en-US" sz="1200"/>
          </a:p>
        </p:txBody>
      </p:sp>
      <p:sp>
        <p:nvSpPr>
          <p:cNvPr id="29" name="Shape 21"/>
          <p:cNvSpPr/>
          <p:nvPr/>
        </p:nvSpPr>
        <p:spPr>
          <a:xfrm>
            <a:off x="9381744" y="3246120"/>
            <a:ext cx="146304" cy="201168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30" name="Shape 22"/>
          <p:cNvSpPr/>
          <p:nvPr/>
        </p:nvSpPr>
        <p:spPr>
          <a:xfrm>
            <a:off x="9528048" y="1627632"/>
            <a:ext cx="2103120" cy="2762466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656064" y="181051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9ED5"/>
            </a:solidFill>
            <a:prstDash val="solid"/>
          </a:ln>
        </p:spPr>
      </p:sp>
      <p:pic>
        <p:nvPicPr>
          <p:cNvPr id="32" name="Image 6" descr="/tmp/pitt/icons/trophy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4936" y="1929384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656064" y="252374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&amp; display</a:t>
            </a:r>
            <a:endParaRPr lang="en-US" sz="1500"/>
          </a:p>
        </p:txBody>
      </p:sp>
      <p:sp>
        <p:nvSpPr>
          <p:cNvPr id="34" name="Text 25"/>
          <p:cNvSpPr txBox="1"/>
          <p:nvPr/>
        </p:nvSpPr>
        <p:spPr>
          <a:xfrm>
            <a:off x="9656064" y="2962656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added to a trophy case beside the Panther model</a:t>
            </a:r>
            <a:endParaRPr lang="en-US" sz="1200"/>
          </a:p>
        </p:txBody>
      </p:sp>
      <p:pic>
        <p:nvPicPr>
          <p:cNvPr id="35" name="Image 7" descr="/tmp/pitt/vr2_unpacked/ppt/media/image47.jpe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84898" y="5108851"/>
            <a:ext cx="2560320" cy="1417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8B95DF-C49D-25E0-44F3-0F0FDBB9CCB3}"/>
              </a:ext>
            </a:extLst>
          </p:cNvPr>
          <p:cNvSpPr txBox="1"/>
          <p:nvPr/>
        </p:nvSpPr>
        <p:spPr>
          <a:xfrm>
            <a:off x="320701" y="4572000"/>
            <a:ext cx="114047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11"/>
              </a:rPr>
              <a:t>https://github.com/jcallinan/CIST1423-Fall2026-Examples/tree/master/Week-02-PantherCamCast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1AC74A-3145-EB7B-D1D0-C8A17B7E9CD7}"/>
              </a:ext>
            </a:extLst>
          </p:cNvPr>
          <p:cNvSpPr txBox="1"/>
          <p:nvPr/>
        </p:nvSpPr>
        <p:spPr>
          <a:xfrm>
            <a:off x="279917" y="5520612"/>
            <a:ext cx="8521959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Note: we may want to use another method - </a:t>
            </a:r>
            <a:r>
              <a:rPr lang="en-US">
                <a:ea typeface="+mn-lt"/>
                <a:cs typeface="+mn-lt"/>
                <a:hlinkClick r:id="rId12"/>
              </a:rPr>
              <a:t>https://assetstore.unity.com/search#q=fishing</a:t>
            </a:r>
            <a:r>
              <a:rPr lang="en-US">
                <a:ea typeface="+mn-lt"/>
                <a:cs typeface="+mn-lt"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 rig, and why SteamVR Input is action-based</a:t>
            </a:r>
            <a:endParaRPr lang="en-US" sz="2500"/>
          </a:p>
        </p:txBody>
      </p:sp>
      <p:sp>
        <p:nvSpPr>
          <p:cNvPr id="6" name="Shape 2"/>
          <p:cNvSpPr/>
          <p:nvPr/>
        </p:nvSpPr>
        <p:spPr>
          <a:xfrm>
            <a:off x="45720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7" name="Image 2" descr="/tmp/pitt/icons/v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64208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98448" y="1700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prefab</a:t>
            </a:r>
            <a:endParaRPr lang="en-US" sz="1700"/>
          </a:p>
        </p:txBody>
      </p:sp>
      <p:sp>
        <p:nvSpPr>
          <p:cNvPr id="9" name="Text 4"/>
          <p:cNvSpPr txBox="1"/>
          <p:nvPr/>
        </p:nvSpPr>
        <p:spPr>
          <a:xfrm>
            <a:off x="1298448" y="2148840"/>
            <a:ext cx="4343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singleton (Player.instance) that owns the camera rig and both Hand objects — this is what you drag into every scene instead of a bare Main Camera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 already carries SteamVR Input action bindings, plus a fallback 2D keyboard/mouse mode for testing without a headset on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hmdTransform, feetPositionGuess, and bodyDirectionGuess — useful for anything that needs to know roughly where the player is standing (e.g., "have they walked out onto the dock yet?")</a:t>
            </a:r>
            <a:endParaRPr lang="en-US" sz="1300"/>
          </a:p>
        </p:txBody>
      </p:sp>
      <p:sp>
        <p:nvSpPr>
          <p:cNvPr id="10" name="Shape 5"/>
          <p:cNvSpPr/>
          <p:nvPr/>
        </p:nvSpPr>
        <p:spPr>
          <a:xfrm>
            <a:off x="5989320" y="146304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pic>
        <p:nvPicPr>
          <p:cNvPr id="11" name="Image 3" descr="/tmp/pitt/icons/code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64208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58000" y="1700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not raw buttons</a:t>
            </a:r>
            <a:endParaRPr lang="en-US" sz="1700"/>
          </a:p>
        </p:txBody>
      </p:sp>
      <p:sp>
        <p:nvSpPr>
          <p:cNvPr id="13" name="Text 7"/>
          <p:cNvSpPr txBox="1"/>
          <p:nvPr/>
        </p:nvSpPr>
        <p:spPr>
          <a:xfrm>
            <a:off x="6858000" y="21488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what the game needs — "Grab," "Cast," "Reel" — once, in an actions.json manifest (built with the SteamVR Input window in Unity)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auto-generates a SteamVR_Actions class, so code reads SteamVR_Actions.default_Grab instead of a hard-coded Vive/Index/Quest button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(or SteamVR’s binding UI) maps each action to whatever controller is actually plugged in — swap Vive wands for Index knuckles and the code never changes</a:t>
            </a:r>
            <a:endParaRPr lang="en-US" sz="1300"/>
          </a:p>
        </p:txBody>
      </p:sp>
      <p:sp>
        <p:nvSpPr>
          <p:cNvPr id="14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actions: booleans, axes, and poses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 types cover almost everything a fishing rod needs — a button press, a 2D reel/tension axis, and the controller’s own tracked pose.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6126480" cy="2743200"/>
          </a:xfrm>
          <a:prstGeom prst="roundRect">
            <a:avLst>
              <a:gd name="adj" fmla="val 2000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075688"/>
            <a:ext cx="57972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 {
</a:t>
            </a:r>
            <a:r>
              <a:rPr lang="en-US" sz="135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Boolean action — did the grip fire this frame?
  if (SteamVR_Actions.default_GrabGrip
        .GetStateDown(hand.handType)) {
    TryGrabRod();
  }
</a:t>
            </a: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Vector2 action — trackpad/thumbstick, e.g. reel tension
  Vector2 axis = SteamVR_Actions.default_Reel
        .GetAxis(hand.handType);
</a:t>
            </a:r>
            <a:r>
              <a:rPr lang="en-US" sz="13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350"/>
          </a:p>
        </p:txBody>
      </p:sp>
      <p:sp>
        <p:nvSpPr>
          <p:cNvPr id="9" name="Shape 5"/>
          <p:cNvSpPr/>
          <p:nvPr/>
        </p:nvSpPr>
        <p:spPr>
          <a:xfrm>
            <a:off x="6766560" y="196596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2103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alternative</a:t>
            </a:r>
            <a:endParaRPr lang="en-US" sz="1450"/>
          </a:p>
        </p:txBody>
      </p:sp>
      <p:sp>
        <p:nvSpPr>
          <p:cNvPr id="11" name="Text 7"/>
          <p:cNvSpPr txBox="1"/>
          <p:nvPr/>
        </p:nvSpPr>
        <p:spPr>
          <a:xfrm>
            <a:off x="6949440" y="2450592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AddOnStateDownListener(callback, handType) fires once, the instant the button goes down — no polling in Update()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a C# event/UnityEvent — good fit for "cast" and "release" moments; polling GetAxis() fits continuous values like reel speed better</a:t>
            </a:r>
            <a:endParaRPr lang="en-US" sz="1250"/>
          </a:p>
        </p:txBody>
      </p:sp>
      <p:sp>
        <p:nvSpPr>
          <p:cNvPr id="12" name="Shape 8"/>
          <p:cNvSpPr/>
          <p:nvPr/>
        </p:nvSpPr>
        <p:spPr>
          <a:xfrm>
            <a:off x="457200" y="4892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SteamVR_Input_Sources.LeftHand / RightHand / Any — pass hand.handType so the same script works on either controller</a:t>
            </a:r>
            <a:endParaRPr lang="en-US" sz="1250"/>
          </a:p>
        </p:txBody>
      </p:sp>
      <p:sp>
        <p:nvSpPr>
          <p:cNvPr id="14" name="Text 1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rod grabbable: Interactable + Throwable</a:t>
            </a:r>
            <a:endParaRPr lang="en-US" sz="23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from the Interaction System, dropped onto the FishingRod prefab, do most of the work.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8" name="Image 2" descr="/tmp/pitt/icons/tool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2157984"/>
            <a:ext cx="420624" cy="4206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</a:t>
            </a:r>
            <a:endParaRPr lang="en-US" sz="1650"/>
          </a:p>
        </p:txBody>
      </p:sp>
      <p:sp>
        <p:nvSpPr>
          <p:cNvPr id="10" name="Text 5"/>
          <p:cNvSpPr txBox="1"/>
          <p:nvPr/>
        </p:nvSpPr>
        <p:spPr>
          <a:xfrm>
            <a:off x="676656" y="2651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marker component — it identifies the rod to a Hand as something that can be hovered and picked up. No behavior of its own; other scripts (and the Hand itself) check for it.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630936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12" name="Image 3" descr="/tmp/pitt/icons/gamepa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157984"/>
            <a:ext cx="420624" cy="4206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</a:t>
            </a:r>
            <a:endParaRPr lang="en-US" sz="1650"/>
          </a:p>
        </p:txBody>
      </p:sp>
      <p:sp>
        <p:nvSpPr>
          <p:cNvPr id="14" name="Text 8"/>
          <p:cNvSpPr txBox="1"/>
          <p:nvPr/>
        </p:nvSpPr>
        <p:spPr>
          <a:xfrm>
            <a:off x="6528816" y="2651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actual pickup/release: attaches on grab, follows the hand while held, and on release hands the object the controller’s real-world velocity (via a VelocityEstimator) so a thrown object flies naturally.</a:t>
            </a:r>
            <a:endParaRPr lang="en-US" sz="1200"/>
          </a:p>
        </p:txBody>
      </p:sp>
      <p:sp>
        <p:nvSpPr>
          <p:cNvPr id="15" name="Shape 9"/>
          <p:cNvSpPr/>
          <p:nvPr/>
        </p:nvSpPr>
        <p:spPr>
          <a:xfrm>
            <a:off x="457200" y="42062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0E2841"/>
          </a:solidFill>
          <a:ln/>
        </p:spPr>
      </p:sp>
      <p:pic>
        <p:nvPicPr>
          <p:cNvPr id="16" name="Image 4" descr="/tmp/pitt/icons/cod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407408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4256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 message lifecycle — implement any of these on the rod script</a:t>
            </a:r>
            <a:endParaRPr lang="en-US" sz="1450"/>
          </a:p>
        </p:txBody>
      </p:sp>
      <p:sp>
        <p:nvSpPr>
          <p:cNvPr id="18" name="Text 11"/>
          <p:cNvSpPr txBox="1"/>
          <p:nvPr/>
        </p:nvSpPr>
        <p:spPr>
          <a:xfrm>
            <a:off x="1280160" y="48280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OnHandHoverBegin(Hand)  →  HandHoverUpdate(Hand) every frame in range  →  OnAttachedToHand(Hand) on grab  →  HandAttachedUpdate(Hand) every frame while held  →  OnDetachedFromHand(Hand) on release</a:t>
            </a:r>
            <a:endParaRPr lang="en-US" sz="125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Casting: reading the controller’s real swing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 already knows how to let go of the rod itself — casting the lure is a second, smaller problem: read the hand’s tracked velocity at the moment of release.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2057400"/>
            <a:ext cx="6583680" cy="3063240"/>
          </a:xfrm>
          <a:prstGeom prst="roundRect">
            <a:avLst>
              <a:gd name="adj" fmla="val 1791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167128"/>
            <a:ext cx="625449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the Hand’s SteamVR_Behaviour_Pose component
</a:t>
            </a:r>
            <a:r>
              <a:rPr lang="en-US" sz="128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vel = pose.GetVelocity();
Vector3 angVel = pose.GetAngularVelocity();
</a:t>
            </a: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8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(SteamVR_Actions.default_Cast.GetStateUp(hand.handType)) {
  if (vel.magnitude &gt; castThreshold) {
    lureRigidbody.velocity = vel * castPowerMult;
    lureRigidbody.isKinematic = false;
    StartCasting();   // → FishState.casting
  }
</a:t>
            </a:r>
            <a:r>
              <a:rPr lang="en-US" sz="128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80"/>
          </a:p>
        </p:txBody>
      </p:sp>
      <p:sp>
        <p:nvSpPr>
          <p:cNvPr id="9" name="Shape 5"/>
          <p:cNvSpPr/>
          <p:nvPr/>
        </p:nvSpPr>
        <p:spPr>
          <a:xfrm>
            <a:off x="7223760" y="2057400"/>
            <a:ext cx="448056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2194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How this works</a:t>
            </a:r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7406640" y="2788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GetVelocity()/GetAngularVelocity() come straight from the tracked controller pose — the same data VelocityEstimator uses for a thrown object</a:t>
            </a:r>
            <a:endParaRPr lang="en-US" sz="118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GetStateUp() mirrors GetStateDown() — true on the one frame a button is released, which is exactly "let the lure fly"</a:t>
            </a:r>
            <a:endParaRPr lang="en-US" sz="118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8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real-swing feel Beat Saber-style games use — no canned animation, the player’s own arm motion drives it</a:t>
            </a:r>
            <a:endParaRPr lang="en-US" sz="1180"/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bobber: buoyancy we already own, plus a bite event</a:t>
            </a:r>
            <a:endParaRPr lang="en-US" sz="2400"/>
          </a:p>
        </p:txBody>
      </p:sp>
      <p:sp>
        <p:nvSpPr>
          <p:cNvPr id="6" name="Shape 2"/>
          <p:cNvSpPr/>
          <p:nvPr/>
        </p:nvSpPr>
        <p:spPr>
          <a:xfrm>
            <a:off x="45720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pic>
        <p:nvPicPr>
          <p:cNvPr id="7" name="Image 2" descr="/tmp/pitt/icons/wa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64208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98448" y="1700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for free</a:t>
            </a:r>
            <a:endParaRPr lang="en-US" sz="1700"/>
          </a:p>
        </p:txBody>
      </p:sp>
      <p:sp>
        <p:nvSpPr>
          <p:cNvPr id="9" name="Text 4"/>
          <p:cNvSpPr txBox="1"/>
          <p:nvPr/>
        </p:nvSpPr>
        <p:spPr>
          <a:xfrm>
            <a:off x="1298448" y="2148840"/>
            <a:ext cx="4343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lure lands, isKinematic goes false, and NWH Dynamic Water Physics 2 (already in SaintTropez) takes over — it applies buoyancy to any Rigidbody that enters its water volume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float code needed for Week 2 — the asset is the same one under Pier-House’s existing water, just pointed at a new object</a:t>
            </a:r>
            <a:endParaRPr lang="en-US" sz="1300"/>
          </a:p>
        </p:txBody>
      </p:sp>
      <p:sp>
        <p:nvSpPr>
          <p:cNvPr id="10" name="Shape 5"/>
          <p:cNvSpPr/>
          <p:nvPr/>
        </p:nvSpPr>
        <p:spPr>
          <a:xfrm>
            <a:off x="5989320" y="146304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0E2841"/>
          </a:solidFill>
          <a:ln/>
        </p:spPr>
      </p:sp>
      <p:pic>
        <p:nvPicPr>
          <p:cNvPr id="11" name="Image 3" descr="/tmp/pitt/icons/cloc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64208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58000" y="17007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BiteController.cs (ours to write)</a:t>
            </a:r>
            <a:endParaRPr lang="en-US" sz="1600"/>
          </a:p>
        </p:txBody>
      </p:sp>
      <p:sp>
        <p:nvSpPr>
          <p:cNvPr id="13" name="Shape 7"/>
          <p:cNvSpPr/>
          <p:nvPr/>
        </p:nvSpPr>
        <p:spPr>
          <a:xfrm>
            <a:off x="6858000" y="2148840"/>
            <a:ext cx="4663440" cy="3520440"/>
          </a:xfrm>
          <a:prstGeom prst="roundRect">
            <a:avLst>
              <a:gd name="adj" fmla="val 1558"/>
            </a:avLst>
          </a:prstGeom>
          <a:solidFill>
            <a:srgbClr val="0B1620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7022592" y="2258568"/>
            <a:ext cx="433425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IEnumerator WaitForBite() {
</a:t>
            </a:r>
            <a:r>
              <a:rPr lang="en-US" sz="120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return new WaitForSeconds(
    Random.Range(minWait, maxWait));
  isBiting = true;
  SteamVR_Actions.default_Haptic.Execute(
    0, 0.5f, 4, 0.6f, hand.handType);
</a:t>
            </a:r>
            <a:r>
              <a:rPr lang="en-US" sz="120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00"/>
          </a:p>
        </p:txBody>
      </p:sp>
      <p:sp>
        <p:nvSpPr>
          <p:cNvPr id="15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reel: tension, and a FishState Enum</a:t>
            </a:r>
            <a:endParaRPr lang="en-US" sz="2500"/>
          </a:p>
        </p:txBody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CIST 1422 is using for Mission Demolition’s GameMode — a small Enum keeps "what’s happening right now" typo-proof and easy to read.</a:t>
            </a:r>
            <a:endParaRPr lang="en-US" sz="135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7315200" cy="3794760"/>
          </a:xfrm>
          <a:prstGeom prst="roundRect">
            <a:avLst>
              <a:gd name="adj" fmla="val 1446"/>
            </a:avLst>
          </a:prstGeom>
          <a:solidFill>
            <a:srgbClr val="0B162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1792" y="2029968"/>
            <a:ext cx="698601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FishState {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idle, aiming, cast, waiting, biting, reeling, caught
}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FishState state = FishState.idle;
void Update() {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 != FishState.reeling) return;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Vector2 reel = SteamVR_Actions.default_Reel
        .GetAxis(hand.handType);
  tension += reel.y * reelSpeed * Time.deltaTime;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30" b="1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(tension &gt; snapThreshold) LineSnapped();
  else if (progress &gt;= 1f) state = FishState.caught;
</a:t>
            </a:r>
            <a:r>
              <a:rPr lang="en-US" sz="123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30"/>
          </a:p>
        </p:txBody>
      </p:sp>
      <p:sp>
        <p:nvSpPr>
          <p:cNvPr id="9" name="Shape 5"/>
          <p:cNvSpPr/>
          <p:nvPr/>
        </p:nvSpPr>
        <p:spPr>
          <a:xfrm>
            <a:off x="7955280" y="192024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F4F7FA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20482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Enum here too</a:t>
            </a:r>
            <a:endParaRPr lang="en-US" sz="1400"/>
          </a:p>
        </p:txBody>
      </p:sp>
      <p:sp>
        <p:nvSpPr>
          <p:cNvPr id="11" name="Text 7"/>
          <p:cNvSpPr txBox="1"/>
          <p:nvPr/>
        </p:nvSpPr>
        <p:spPr>
          <a:xfrm>
            <a:off x="8138160" y="2395728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(Approach → Cast → Wait → Bite → Reel → Catch) is exactly one FishState — the UI and animation both just ask "what state are we in?"</a:t>
            </a:r>
            <a:endParaRPr lang="en-US" sz="113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too hard (tension) and the line snaps — same "fail state" feeling as missing an Apple in Apple Picker</a:t>
            </a:r>
            <a:endParaRPr lang="en-US" sz="113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3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GetAxis(hand.handType).y drives progress continuously — no per-frame button mashing required</a:t>
            </a:r>
            <a:endParaRPr lang="en-US" sz="1130"/>
          </a:p>
        </p:txBody>
      </p:sp>
      <p:sp>
        <p:nvSpPr>
          <p:cNvPr id="12" name="Text 8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 — SteamVR Interaction System &amp; Input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it, show it off, and where to start building</a:t>
            </a:r>
            <a:endParaRPr lang="en-US" sz="240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450"/>
          </a:p>
        </p:txBody>
      </p:sp>
      <p:sp>
        <p:nvSpPr>
          <p:cNvPr id="7" name="Text 3"/>
          <p:cNvSpPr txBox="1"/>
          <p:nvPr/>
        </p:nvSpPr>
        <p:spPr>
          <a:xfrm>
            <a:off x="457200" y="1783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FishState.caught disables the lure’s Collider, plays a catch VFX/SFX, and Instantiates a trophy prefab at a display stand beside the Panther model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GameObject/prefab pattern as everything else this semester — no new concepts, just applying Instantiate() again</a:t>
            </a:r>
            <a:endParaRPr lang="en-US" sz="1250"/>
          </a:p>
        </p:txBody>
      </p:sp>
      <p:sp>
        <p:nvSpPr>
          <p:cNvPr id="8" name="Text 4"/>
          <p:cNvSpPr txBox="1"/>
          <p:nvPr/>
        </p:nvSpPr>
        <p:spPr>
          <a:xfrm>
            <a:off x="6035040" y="1417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build order</a:t>
            </a:r>
            <a:endParaRPr lang="en-US" sz="1450"/>
          </a:p>
        </p:txBody>
      </p:sp>
      <p:sp>
        <p:nvSpPr>
          <p:cNvPr id="9" name="Text 5"/>
          <p:cNvSpPr txBox="1"/>
          <p:nvPr/>
        </p:nvSpPr>
        <p:spPr>
          <a:xfrm>
            <a:off x="6035040" y="17830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Player rig in the scene, hands can hover/grab a placeholder cube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Interactable + Throwable on the real rod model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Cast via GetVelocity(), lure floats on Dynamic Water Physics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BiteController + haptic pulse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FishState + reel tension loop</a:t>
            </a:r>
            <a:endParaRPr lang="en-US" sz="12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Catch, trophy case, polish</a:t>
            </a:r>
            <a:endParaRPr lang="en-US" sz="1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pic>
        <p:nvPicPr>
          <p:cNvPr id="4" name="Image 0" descr="/tmp/pitt/vgp_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243841"/>
            <a:ext cx="1402080" cy="3572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27520" y="24384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b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· GAME DESIGN &amp; PROGRAMMING</a:t>
            </a:r>
            <a:endParaRPr lang="en-US" sz="1067"/>
          </a:p>
        </p:txBody>
      </p:sp>
      <p:sp>
        <p:nvSpPr>
          <p:cNvPr id="6" name="Shape 3"/>
          <p:cNvSpPr/>
          <p:nvPr/>
        </p:nvSpPr>
        <p:spPr>
          <a:xfrm flipH="1">
            <a:off x="8241793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7" name="Shape 4"/>
          <p:cNvSpPr/>
          <p:nvPr/>
        </p:nvSpPr>
        <p:spPr>
          <a:xfrm rot="10800000">
            <a:off x="10872826" y="5204765"/>
            <a:ext cx="1319175" cy="1316736"/>
          </a:xfrm>
          <a:prstGeom prst="rtTriangle">
            <a:avLst/>
          </a:prstGeom>
          <a:solidFill>
            <a:srgbClr val="9C254D"/>
          </a:solidFill>
          <a:ln/>
        </p:spPr>
      </p:sp>
      <p:sp>
        <p:nvSpPr>
          <p:cNvPr id="8" name="Shape 5"/>
          <p:cNvSpPr/>
          <p:nvPr/>
        </p:nvSpPr>
        <p:spPr>
          <a:xfrm>
            <a:off x="10872826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1376" y="707136"/>
            <a:ext cx="87782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2A3990"/>
                </a:solidFill>
                <a:latin typeface="Cambria"/>
                <a:ea typeface="Cambria"/>
                <a:cs typeface="Cambria" pitchFamily="34" charset="-120"/>
              </a:rPr>
              <a:t>Resources &amp; links: fishing sim</a:t>
            </a:r>
            <a:endParaRPr lang="en-US" sz="2800"/>
          </a:p>
        </p:txBody>
      </p:sp>
      <p:sp>
        <p:nvSpPr>
          <p:cNvPr id="10" name="Text 7"/>
          <p:cNvSpPr txBox="1"/>
          <p:nvPr/>
        </p:nvSpPr>
        <p:spPr>
          <a:xfrm>
            <a:off x="390144" y="158496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/>
          </a:p>
        </p:txBody>
      </p:sp>
      <p:pic>
        <p:nvPicPr>
          <p:cNvPr id="11" name="Image 1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1999488"/>
            <a:ext cx="243840" cy="2438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328" y="197510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 fishing minigame, step by step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https://www.youtube.com/watch?v=EzppT0YhOzg</a:t>
            </a:r>
            <a:endParaRPr lang="en-US" sz="1333"/>
          </a:p>
        </p:txBody>
      </p:sp>
      <p:pic>
        <p:nvPicPr>
          <p:cNvPr id="13" name="Image 2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2523744"/>
            <a:ext cx="243840" cy="243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328" y="2499360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photogrammetry, start to finish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https://www.youtube.com/watch?v=45D0pFdqVgw</a:t>
            </a:r>
            <a:endParaRPr lang="en-US" sz="1333"/>
          </a:p>
        </p:txBody>
      </p:sp>
      <p:sp>
        <p:nvSpPr>
          <p:cNvPr id="15" name="Text 10"/>
          <p:cNvSpPr txBox="1"/>
          <p:nvPr/>
        </p:nvSpPr>
        <p:spPr>
          <a:xfrm>
            <a:off x="390144" y="316992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/>
          </a:p>
        </p:txBody>
      </p:sp>
      <p:pic>
        <p:nvPicPr>
          <p:cNvPr id="16" name="Image 3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584448"/>
            <a:ext cx="243840" cy="2438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9328" y="35600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fishing minigame sample package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https://github.com/evskii/UnityFishingMinigame</a:t>
            </a:r>
            <a:endParaRPr lang="en-US" sz="1333"/>
          </a:p>
        </p:txBody>
      </p:sp>
      <p:pic>
        <p:nvPicPr>
          <p:cNvPr id="18" name="Image 4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4194048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9328" y="41696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fishing game, practice-scale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https://github.com/Ithalos/FishingGame</a:t>
            </a:r>
            <a:endParaRPr lang="en-US" sz="1333"/>
          </a:p>
        </p:txBody>
      </p:sp>
      <p:pic>
        <p:nvPicPr>
          <p:cNvPr id="20" name="Image 5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4803648"/>
            <a:ext cx="243840" cy="2438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9328" y="47792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 (reference project)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https://github.com/NovoZZZ/fishing_simulator</a:t>
            </a:r>
            <a:endParaRPr lang="en-US" sz="1333"/>
          </a:p>
        </p:txBody>
      </p:sp>
      <p:sp>
        <p:nvSpPr>
          <p:cNvPr id="22" name="Text 14"/>
          <p:cNvSpPr txBox="1"/>
          <p:nvPr/>
        </p:nvSpPr>
        <p:spPr>
          <a:xfrm>
            <a:off x="6278880" y="1584960"/>
            <a:ext cx="560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/>
          </a:p>
        </p:txBody>
      </p:sp>
      <p:pic>
        <p:nvPicPr>
          <p:cNvPr id="23" name="Image 6" descr="/tmp/pitt/icons/link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8880" y="1950720"/>
            <a:ext cx="243840" cy="2438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08064" y="1926336"/>
            <a:ext cx="5279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Family Weekend 2026 schedule  </a:t>
            </a:r>
            <a:r>
              <a:rPr lang="en-US" sz="1200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https://www.upb.pitt.edu/student-engagement/alumni-and-family-weekend</a:t>
            </a:r>
            <a:endParaRPr lang="en-US" sz="1200"/>
          </a:p>
        </p:txBody>
      </p:sp>
      <p:sp>
        <p:nvSpPr>
          <p:cNvPr id="27" name="Shape 17"/>
          <p:cNvSpPr/>
          <p:nvPr/>
        </p:nvSpPr>
        <p:spPr>
          <a:xfrm>
            <a:off x="6278880" y="3194304"/>
            <a:ext cx="5608320" cy="3169920"/>
          </a:xfrm>
          <a:prstGeom prst="roundRect">
            <a:avLst>
              <a:gd name="adj" fmla="val 2308"/>
            </a:avLst>
          </a:prstGeom>
          <a:solidFill>
            <a:srgbClr val="2A3990"/>
          </a:solidFill>
          <a:ln/>
        </p:spPr>
      </p:sp>
      <p:pic>
        <p:nvPicPr>
          <p:cNvPr id="28" name="Image 8" descr="/tmp/pitt/icons/github_go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2720" y="3389376"/>
            <a:ext cx="414528" cy="41452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046976" y="3389376"/>
            <a:ext cx="4693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GitHub repos</a:t>
            </a:r>
            <a:endParaRPr lang="en-US" sz="1400"/>
          </a:p>
        </p:txBody>
      </p:sp>
      <p:sp>
        <p:nvSpPr>
          <p:cNvPr id="30" name="Text 19"/>
          <p:cNvSpPr txBox="1"/>
          <p:nvPr/>
        </p:nvSpPr>
        <p:spPr>
          <a:xfrm>
            <a:off x="6522720" y="3925824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CIST1422 examples (this repo)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https://github.com/jcallinan/CIST1422-Fall2026-Examples</a:t>
            </a:r>
            <a:endParaRPr lang="en-US" sz="1200"/>
          </a:p>
        </p:txBody>
      </p:sp>
      <p:sp>
        <p:nvSpPr>
          <p:cNvPr id="31" name="Text 20"/>
          <p:cNvSpPr txBox="1"/>
          <p:nvPr/>
        </p:nvSpPr>
        <p:spPr>
          <a:xfrm>
            <a:off x="6522720" y="441350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starter: Hello World + a fishing-mechanics stub, up after class.</a:t>
            </a:r>
            <a:endParaRPr lang="en-US" sz="1000"/>
          </a:p>
        </p:txBody>
      </p:sp>
      <p:sp>
        <p:nvSpPr>
          <p:cNvPr id="32" name="Text 21"/>
          <p:cNvSpPr txBox="1"/>
          <p:nvPr/>
        </p:nvSpPr>
        <p:spPr>
          <a:xfrm>
            <a:off x="6522720" y="48768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CIST1423 examples (VR side)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https://github.com/jcallinan/CIST1423-Fall2026-Examples</a:t>
            </a:r>
            <a:endParaRPr lang="en-US" sz="1200"/>
          </a:p>
        </p:txBody>
      </p:sp>
      <p:sp>
        <p:nvSpPr>
          <p:cNvPr id="33" name="Text 22"/>
          <p:cNvSpPr txBox="1"/>
          <p:nvPr/>
        </p:nvSpPr>
        <p:spPr>
          <a:xfrm>
            <a:off x="6522720" y="5364480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VR examples — worth a look for the scan pipeline &amp; SteamVR setup.</a:t>
            </a:r>
            <a:endParaRPr lang="en-US" sz="1000"/>
          </a:p>
        </p:txBody>
      </p:sp>
      <p:sp>
        <p:nvSpPr>
          <p:cNvPr id="34" name="Text 23"/>
          <p:cNvSpPr txBox="1"/>
          <p:nvPr/>
        </p:nvSpPr>
        <p:spPr>
          <a:xfrm>
            <a:off x="6522720" y="575462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Rhodium (shared capstone)  </a:t>
            </a:r>
            <a:r>
              <a:rPr lang="en-US" sz="1200" u="sng">
                <a:solidFill>
                  <a:srgbClr val="7890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https://github.com/jcallinan/Rhodium</a:t>
            </a:r>
            <a:endParaRPr lang="en-US" sz="1200"/>
          </a:p>
        </p:txBody>
      </p:sp>
      <p:sp>
        <p:nvSpPr>
          <p:cNvPr id="35" name="Text 24"/>
          <p:cNvSpPr txBox="1"/>
          <p:nvPr/>
        </p:nvSpPr>
        <p:spPr>
          <a:xfrm>
            <a:off x="6522720" y="6035040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3" i="1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weekly-mapped, but shared across both courses — worth a look.</a:t>
            </a:r>
            <a:endParaRPr lang="en-US" sz="973"/>
          </a:p>
        </p:txBody>
      </p:sp>
      <p:sp>
        <p:nvSpPr>
          <p:cNvPr id="36" name="Text 25"/>
          <p:cNvSpPr txBox="1"/>
          <p:nvPr/>
        </p:nvSpPr>
        <p:spPr>
          <a:xfrm>
            <a:off x="341376" y="6443472"/>
            <a:ext cx="6827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— Week 2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79654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2A3990"/>
          </a:solidFill>
          <a:ln/>
        </p:spPr>
      </p:sp>
      <p:pic>
        <p:nvPicPr>
          <p:cNvPr id="4" name="Image 0" descr="/tmp/pitt/vgp_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243841"/>
            <a:ext cx="1402080" cy="3572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27520" y="243840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b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· GAME DESIGN &amp; PROGRAMMING</a:t>
            </a:r>
            <a:endParaRPr lang="en-US" sz="1067"/>
          </a:p>
        </p:txBody>
      </p:sp>
      <p:sp>
        <p:nvSpPr>
          <p:cNvPr id="6" name="Shape 3"/>
          <p:cNvSpPr/>
          <p:nvPr/>
        </p:nvSpPr>
        <p:spPr>
          <a:xfrm flipH="1">
            <a:off x="8241793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7" name="Shape 4"/>
          <p:cNvSpPr/>
          <p:nvPr/>
        </p:nvSpPr>
        <p:spPr>
          <a:xfrm rot="10800000">
            <a:off x="10872826" y="5204765"/>
            <a:ext cx="1319175" cy="1316736"/>
          </a:xfrm>
          <a:prstGeom prst="rtTriangle">
            <a:avLst/>
          </a:prstGeom>
          <a:solidFill>
            <a:srgbClr val="9C254D"/>
          </a:solidFill>
          <a:ln/>
        </p:spPr>
      </p:sp>
      <p:sp>
        <p:nvSpPr>
          <p:cNvPr id="8" name="Shape 5"/>
          <p:cNvSpPr/>
          <p:nvPr/>
        </p:nvSpPr>
        <p:spPr>
          <a:xfrm>
            <a:off x="10872826" y="5204765"/>
            <a:ext cx="1319175" cy="1316736"/>
          </a:xfrm>
          <a:prstGeom prst="rtTriangle">
            <a:avLst/>
          </a:prstGeom>
          <a:solidFill>
            <a:srgbClr val="F0629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1376" y="707136"/>
            <a:ext cx="11704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33" b="1">
                <a:solidFill>
                  <a:srgbClr val="2A39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resources: building the fishing loop</a:t>
            </a:r>
            <a:endParaRPr lang="en-US" sz="2533"/>
          </a:p>
        </p:txBody>
      </p:sp>
      <p:sp>
        <p:nvSpPr>
          <p:cNvPr id="10" name="Text 7"/>
          <p:cNvSpPr txBox="1"/>
          <p:nvPr/>
        </p:nvSpPr>
        <p:spPr>
          <a:xfrm>
            <a:off x="390144" y="1560576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/>
          </a:p>
        </p:txBody>
      </p:sp>
      <p:pic>
        <p:nvPicPr>
          <p:cNvPr id="11" name="Image 1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1950720"/>
            <a:ext cx="243840" cy="2438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328" y="1926336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machines for game AI (Unity)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https://www.youtube.com/watch?v=cwlFbLLR3qc</a:t>
            </a:r>
            <a:endParaRPr lang="en-US" sz="1333"/>
          </a:p>
        </p:txBody>
      </p:sp>
      <p:pic>
        <p:nvPicPr>
          <p:cNvPr id="13" name="Image 2" descr="/tmp/pitt/icons/youtub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2365248"/>
            <a:ext cx="243840" cy="243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328" y="2340864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 the SteamVR plugin in Unity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https://www.youtube.com/watch?v=hMkfsiX2JiU</a:t>
            </a:r>
            <a:endParaRPr lang="en-US" sz="1333"/>
          </a:p>
        </p:txBody>
      </p:sp>
      <p:sp>
        <p:nvSpPr>
          <p:cNvPr id="15" name="Text 10"/>
          <p:cNvSpPr txBox="1"/>
          <p:nvPr/>
        </p:nvSpPr>
        <p:spPr>
          <a:xfrm>
            <a:off x="390144" y="2877312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/>
          </a:p>
        </p:txBody>
      </p:sp>
      <p:pic>
        <p:nvPicPr>
          <p:cNvPr id="16" name="Image 3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267456"/>
            <a:ext cx="243840" cy="2438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9328" y="3243072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Unity Plugin (official, Valve)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https://github.com/ValveSoftware/steamvr_unity_plugin</a:t>
            </a:r>
            <a:endParaRPr lang="en-US" sz="1333"/>
          </a:p>
        </p:txBody>
      </p:sp>
      <p:pic>
        <p:nvPicPr>
          <p:cNvPr id="18" name="Image 4" descr="/tmp/pitt/icons/github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44" y="3681984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9328" y="3657600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Boids — source of our fish-schooling asset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https://github.com/nvjob/nvjob-boids</a:t>
            </a:r>
            <a:endParaRPr lang="en-US" sz="1333"/>
          </a:p>
        </p:txBody>
      </p:sp>
      <p:sp>
        <p:nvSpPr>
          <p:cNvPr id="20" name="Text 13"/>
          <p:cNvSpPr txBox="1"/>
          <p:nvPr/>
        </p:nvSpPr>
        <p:spPr>
          <a:xfrm>
            <a:off x="390144" y="4194048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/>
          </a:p>
        </p:txBody>
      </p:sp>
      <p:pic>
        <p:nvPicPr>
          <p:cNvPr id="21" name="Image 5" descr="/tmp/pitt/icons/book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144" y="4584192"/>
            <a:ext cx="243840" cy="2438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9328" y="4559808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state machine pattern (game AI)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https://gamedevbeginner.com/state-machines-in-unity-how-and-when-to-use-them/</a:t>
            </a:r>
            <a:endParaRPr lang="en-US" sz="1333"/>
          </a:p>
        </p:txBody>
      </p:sp>
      <p:pic>
        <p:nvPicPr>
          <p:cNvPr id="23" name="Image 6" descr="/tmp/pitt/icons/link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144" y="5120640"/>
            <a:ext cx="243840" cy="2438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19328" y="5096256"/>
            <a:ext cx="52791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Interaction System docs (grab, throw, hints)  </a:t>
            </a:r>
            <a:r>
              <a:rPr lang="en-US" sz="1333" u="sng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https://valvesoftware.github.io/steamvr_unity_plugin/articles/Interaction-System.html</a:t>
            </a:r>
            <a:endParaRPr lang="en-US" sz="1333"/>
          </a:p>
        </p:txBody>
      </p:sp>
      <p:sp>
        <p:nvSpPr>
          <p:cNvPr id="25" name="Shape 16"/>
          <p:cNvSpPr/>
          <p:nvPr/>
        </p:nvSpPr>
        <p:spPr>
          <a:xfrm>
            <a:off x="6278880" y="1560576"/>
            <a:ext cx="5608320" cy="3596640"/>
          </a:xfrm>
          <a:prstGeom prst="roundRect">
            <a:avLst>
              <a:gd name="adj" fmla="val 2034"/>
            </a:avLst>
          </a:prstGeom>
          <a:solidFill>
            <a:srgbClr val="2A3990"/>
          </a:solidFill>
          <a:ln/>
        </p:spPr>
      </p:sp>
      <p:pic>
        <p:nvPicPr>
          <p:cNvPr id="26" name="Image 7" descr="/tmp/pitt/icons/paw_go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7104" y="1804416"/>
            <a:ext cx="463296" cy="4632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32320" y="1804416"/>
            <a:ext cx="469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SaintTropez (VRPsych2024)</a:t>
            </a:r>
            <a:endParaRPr lang="en-US" sz="1467"/>
          </a:p>
        </p:txBody>
      </p:sp>
      <p:sp>
        <p:nvSpPr>
          <p:cNvPr id="28" name="Text 18"/>
          <p:cNvSpPr txBox="1"/>
          <p:nvPr/>
        </p:nvSpPr>
        <p:spPr>
          <a:xfrm>
            <a:off x="6547104" y="2389632"/>
            <a:ext cx="518160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Shaders V2 — the pond surface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(5 species), boid-driven AI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dock model to walk out on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Water Physics 2 — bobber buoyancy</a:t>
            </a:r>
            <a:endParaRPr lang="en-US" sz="1267"/>
          </a:p>
          <a:p>
            <a:pPr marL="457189" indent="-457189">
              <a:lnSpc>
                <a:spcPct val="120000"/>
              </a:lnSpc>
              <a:buSzPct val="100000"/>
              <a:buChar char="•"/>
            </a:pPr>
            <a:r>
              <a:rPr lang="en-US" sz="1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+ Interaction System — already wired in</a:t>
            </a:r>
            <a:endParaRPr lang="en-US" sz="1267"/>
          </a:p>
        </p:txBody>
      </p:sp>
      <p:sp>
        <p:nvSpPr>
          <p:cNvPr id="29" name="Text 19"/>
          <p:cNvSpPr txBox="1"/>
          <p:nvPr/>
        </p:nvSpPr>
        <p:spPr>
          <a:xfrm>
            <a:off x="341376" y="6443472"/>
            <a:ext cx="6827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1422 — Week 2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20496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15875">
            <a:solidFill>
              <a:srgbClr val="E97132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320040" y="621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resources: SteamVR &amp; the fishing sim</a:t>
            </a:r>
            <a:endParaRPr lang="en-US" sz="31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/>
          </a:p>
        </p:txBody>
      </p:sp>
      <p:pic>
        <p:nvPicPr>
          <p:cNvPr id="7" name="Image 2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104"/>
            <a:ext cx="246888" cy="24688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" y="19659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up the SteamVR plugin in Unity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https://www.youtube.com/watch?v=hMkfsiX2JiU</a:t>
            </a:r>
            <a:endParaRPr lang="en-US" sz="1400"/>
          </a:p>
        </p:txBody>
      </p:sp>
      <p:pic>
        <p:nvPicPr>
          <p:cNvPr id="9" name="Image 3" descr="/tmp/pitt/icons/youtub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96312"/>
            <a:ext cx="246888" cy="24688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" y="248716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fishing simulator, concept walkthrough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https://www.youtube.com/watch?v=Oohjh-JC020</a:t>
            </a:r>
            <a:endParaRPr lang="en-US" sz="1400"/>
          </a:p>
        </p:txBody>
      </p:sp>
      <p:sp>
        <p:nvSpPr>
          <p:cNvPr id="11" name="Text 5"/>
          <p:cNvSpPr txBox="1"/>
          <p:nvPr/>
        </p:nvSpPr>
        <p:spPr>
          <a:xfrm>
            <a:off x="457200" y="3108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/>
          </a:p>
        </p:txBody>
      </p:sp>
      <p:pic>
        <p:nvPicPr>
          <p:cNvPr id="12" name="Image 4" descr="/tmp/pitt/icons/github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83864"/>
            <a:ext cx="246888" cy="24688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4672" y="347472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Unity Plugin (official, Valve)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https://github.com/ValveSoftware/steamvr_unity_plugin</a:t>
            </a:r>
            <a:endParaRPr lang="en-US" sz="1400"/>
          </a:p>
        </p:txBody>
      </p:sp>
      <p:pic>
        <p:nvPicPr>
          <p:cNvPr id="14" name="Image 5" descr="/tmp/pitt/icons/github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05072"/>
            <a:ext cx="246888" cy="24688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04672" y="39959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NVJOB Boids — source of our fish-schooling asset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https://github.com/nvjob/nvjob-boids</a:t>
            </a:r>
            <a:endParaRPr lang="en-US" sz="1400"/>
          </a:p>
        </p:txBody>
      </p:sp>
      <p:sp>
        <p:nvSpPr>
          <p:cNvPr id="16" name="Text 8"/>
          <p:cNvSpPr txBox="1"/>
          <p:nvPr/>
        </p:nvSpPr>
        <p:spPr>
          <a:xfrm>
            <a:off x="457200" y="46177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/>
          </a:p>
        </p:txBody>
      </p:sp>
      <p:pic>
        <p:nvPicPr>
          <p:cNvPr id="17" name="Image 6" descr="/tmp/pitt/icons/link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992624"/>
            <a:ext cx="246888" cy="24688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04672" y="498348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Interaction System docs (grab, throw, hints)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https://valvesoftware.github.io/steamvr_unity_plugin/articles/Interaction-System.html</a:t>
            </a:r>
            <a:endParaRPr lang="en-US" sz="1400"/>
          </a:p>
        </p:txBody>
      </p:sp>
      <p:pic>
        <p:nvPicPr>
          <p:cNvPr id="19" name="Image 7" descr="/tmp/pitt/icons/link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632704"/>
            <a:ext cx="246888" cy="24688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04672" y="5623560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grabbing tutorial (SteamVR 2.0)  </a:t>
            </a:r>
            <a:r>
              <a:rPr lang="en-US" sz="1400" u="sng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https://wirewhiz.com/vr-grabbing-tutorial/</a:t>
            </a:r>
            <a:endParaRPr lang="en-US" sz="1400"/>
          </a:p>
        </p:txBody>
      </p:sp>
      <p:sp>
        <p:nvSpPr>
          <p:cNvPr id="21" name="Shape 11"/>
          <p:cNvSpPr/>
          <p:nvPr/>
        </p:nvSpPr>
        <p:spPr>
          <a:xfrm>
            <a:off x="6080760" y="160020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E2841"/>
          </a:solidFill>
          <a:ln/>
        </p:spPr>
      </p:sp>
      <p:pic>
        <p:nvPicPr>
          <p:cNvPr id="22" name="Image 8" descr="/tmp/pitt/icons/water_go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1847088"/>
            <a:ext cx="475488" cy="47548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995160" y="18836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SaintTropez (VRPsych2024)</a:t>
            </a:r>
            <a:endParaRPr lang="en-US" sz="1600"/>
          </a:p>
        </p:txBody>
      </p:sp>
      <p:sp>
        <p:nvSpPr>
          <p:cNvPr id="24" name="Text 13"/>
          <p:cNvSpPr txBox="1"/>
          <p:nvPr/>
        </p:nvSpPr>
        <p:spPr>
          <a:xfrm>
            <a:off x="6995160" y="24231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#NVJOB Water Shaders V2 — water surface material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Schools — 5 species, boid-driven swimming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Pier-House 3 — dock/pier model for the walk-out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NWH Dynamic Water Physics 2 — buoyancy for the bobber</a:t>
            </a:r>
            <a:endParaRPr lang="en-US" sz="135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+ SteamVR_Input + VRInteractions — already wired in</a:t>
            </a:r>
            <a:endParaRPr lang="en-US" sz="1350"/>
          </a:p>
        </p:txBody>
      </p:sp>
      <p:sp>
        <p:nvSpPr>
          <p:cNvPr id="25" name="Text 14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2</a:t>
            </a:r>
            <a:endParaRPr lang="en-US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itt/vr2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1371600" cy="330098"/>
          </a:xfrm>
          <a:prstGeom prst="rect">
            <a:avLst/>
          </a:prstGeom>
        </p:spPr>
      </p:pic>
      <p:pic>
        <p:nvPicPr>
          <p:cNvPr id="3" name="Image 1" descr="/tmp/pitt/vr2_unpacked/ppt/media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01168"/>
            <a:ext cx="1234440" cy="7918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Next steps – homework + planning</a:t>
            </a:r>
            <a:endParaRPr lang="en-US" sz="3600"/>
          </a:p>
        </p:txBody>
      </p:sp>
      <p:pic>
        <p:nvPicPr>
          <p:cNvPr id="17" name="Image 6" descr="/tmp/pitt/panther_photos/afw_savethedat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Virtual Reality 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2026-08-29T22:53:09Z</dcterms:created>
  <dcterms:modified xsi:type="dcterms:W3CDTF">2026-09-02T20:37:29Z</dcterms:modified>
</cp:coreProperties>
</file>