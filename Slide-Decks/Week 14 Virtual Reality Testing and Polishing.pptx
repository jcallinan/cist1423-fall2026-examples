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Q1. Why not explain the controls before a playtest?
   You want to see where real users get stuck.
Q2. What did the Lab 5 screenshot run catch?
   Mirrored labels, before anyone put on a headset.
Q3. How do you pick which issues to fix first?
   By how many testers hit them. Fix the top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Virtual Reality</a:t>
            </a:r>
            <a:endParaRPr lang="en-US" sz="7200" dirty="0"/>
          </a:p>
        </p:txBody>
      </p:sp>
      <p:pic>
        <p:nvPicPr>
          <p:cNvPr id="5" name="Image 2" descr="C:\Users\Jeremy Callinan\AppData\Local\Temp\claude\c--GitHub-CIST1423-Fall2026-Examples\62e170c0-4055-4e17-811f-6bb67e40bfc7\scratchpad\deck\img\golf_holepane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63040"/>
            <a:ext cx="448056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polishing: playtests, automated tests, performance, UX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130552" y="4572000"/>
            <a:ext cx="9217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at 6:00pm</a:t>
            </a:r>
            <a:endParaRPr lang="en-US" sz="20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1423 - 2010   VIRTUAL REALITY PROGRAMMING AND TECHNOLOGY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411480" y="580644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9" name="Image 3" descr="C:\Users\Jeremy Callinan\AppData\Local\Temp\claude\c--GitHub-CIST1423-Fall2026-Examples\62e170c0-4055-4e17-811f-6bb67e40bfc7\scratchpad\deck\img\pa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916168"/>
            <a:ext cx="420624" cy="42062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playtest your peers' prototypes and give structured feedback (Google Forms)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73152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4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08" y="210312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5808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Playtesting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115808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think-aloud, a feedback form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2103120"/>
            <a:ext cx="1005840" cy="100584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63280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2000" dirty="0"/>
          </a:p>
        </p:txBody>
      </p:sp>
      <p:sp>
        <p:nvSpPr>
          <p:cNvPr id="10" name="Text 4"/>
          <p:cNvSpPr txBox="1"/>
          <p:nvPr/>
        </p:nvSpPr>
        <p:spPr>
          <a:xfrm>
            <a:off x="463280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GolfVR and WaterWorks test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2103120"/>
            <a:ext cx="1005840" cy="10058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0752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810752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the last 10%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class you can…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playtest: brief, task, observe, form, fix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automated tests can and can't cover in VR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performance, feedback, recoverability and wording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452360" y="192024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8096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plan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0" y="2606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77824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80960" y="31729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10–40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778240" y="3172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Playtesting + automated tests + polish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680960" y="37398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8778240" y="3739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briefing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680960" y="430682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50–130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8778240" y="4306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playtest 3 peers, fill in forms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680960" y="48737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130–145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778240" y="4873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680960" y="54406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145–150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8778240" y="5440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14 — Testing &amp; Polishing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a playtest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 the most in the first 60 seconds a stranger holds your controllers.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Brief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seconds: what the app is. Do not explain the controls.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743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Task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880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goal ("sink hole 1", "connect the pump to the tank").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Watch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66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Think-aloud. Don't help. Write down every hesitation.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315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Form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315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52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Form: SUS-style 1–5 questions + comfort (nausea 0–10) + one open question.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9601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601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Fix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601200" y="256032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738360" y="269748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issues by how many testers hit them. Fix the top 3.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57200" y="4617720"/>
            <a:ext cx="1124712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00600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097280" y="4800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Alumni Weekend</a:t>
            </a:r>
            <a:endParaRPr lang="en-US" sz="145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5257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GolfVR’s real playtests produced four bug reports (all fixed, each with a regression test), plus features for first-time players: a sticky putter grip, an in-world HOW TO PLAY sign, and a staff reset kiosk.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14 — Testing &amp; Polishing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tests: yes, even for VR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logic without a headset, then spend headset time on feel.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GolfVR (Unity)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9-hole playtest, real-physics putts, grip pose, reset buttons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Edit-mode tools under Tools → GolfVR, run headless with -executeMethod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WaterWorks (WebXR)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part's ports, snapping maths, room rules, a live two-client relay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test: 25 node:test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panther-builder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Finishes, size presets, the .glb is valid glTF 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test: 3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5 builder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Compiles against SteamVR 2.8, builds the scene, renders screenshots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batch mode inside the GolfVR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55321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5 screenshot run caught a real bug (mirrored labels) that no one would have seen until putting a headset on.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14 — Testing &amp; Polishing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Polish checklist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10% that makes a demo feel finished.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51435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Profiler + SteamVR frame timing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no dropped frames on the lab PC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materials, bake lights, cull far objects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19506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835140" y="210312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every action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6377940" y="2560320"/>
            <a:ext cx="51435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+ haptic on grab, drop, success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what can be grabbed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45720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2054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432054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640080" y="4777740"/>
            <a:ext cx="51435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buttons for lost objects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new user get unstuck without you?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619506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4320540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835140" y="432054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450" dirty="0"/>
          </a:p>
        </p:txBody>
      </p:sp>
      <p:sp>
        <p:nvSpPr>
          <p:cNvPr id="22" name="Text 14"/>
          <p:cNvSpPr txBox="1"/>
          <p:nvPr/>
        </p:nvSpPr>
        <p:spPr>
          <a:xfrm>
            <a:off x="6377940" y="4777740"/>
            <a:ext cx="51435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and labels readable at 2 m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instructions in the world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Spell-check your README</a:t>
            </a:r>
            <a:endParaRPr lang="en-US" sz="1450" dirty="0"/>
          </a:p>
        </p:txBody>
      </p:sp>
      <p:sp>
        <p:nvSpPr>
          <p:cNvPr id="23" name="Text 1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14 — Testing &amp; Polishing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a partner first, then we'll compare.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explain the controls before a playtest?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8244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1104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51104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Lab 5 screenshot run catch?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3628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8336280" y="2606040"/>
            <a:ext cx="3139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pick which issues to fix first?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14 — Testing &amp; Polishing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097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homework + planning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 at least three peers' projects; fill in their Google Form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revised project + Markdown "Playtesting Report" (issues found, top 3 fixed)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Final Showcase: live demos</a:t>
            </a:r>
            <a:endParaRPr lang="en-US" sz="1600" dirty="0"/>
          </a:p>
        </p:txBody>
      </p:sp>
      <p:pic>
        <p:nvPicPr>
          <p:cNvPr id="6" name="Image 2" descr="C:\Users\Jeremy Callinan\AppData\Local\Temp\claude\c--GitHub-CIST1423-Fall2026-Examples\62e170c0-4055-4e17-811f-6bb67e40bfc7\scratchpad\deck\img\alumni_bad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00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14 — Testing &amp; Polishing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and polishing: playtests, automated tests, performance, UX</dc:title>
  <dc:subject>PptxGenJS Presentation</dc:subject>
  <dc:creator>PptxGenJS</dc:creator>
  <cp:lastModifiedBy>PptxGenJS</cp:lastModifiedBy>
  <cp:revision>1</cp:revision>
  <dcterms:created xsi:type="dcterms:W3CDTF">2026-09-28T00:20:10Z</dcterms:created>
  <dcterms:modified xsi:type="dcterms:W3CDTF">2026-09-28T00:20:10Z</dcterms:modified>
</cp:coreProperties>
</file>