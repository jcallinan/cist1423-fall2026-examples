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Q1. Which SteamVR prefab plays the role of an XRI Teleportation Anchor?
   TeleportPoint.
Q2. In the Week 5 Playground, what component turns the lever into a 0–1 value?
   LinearMapping, written by LinearDrive.
Q3. Why animate a parent instead of the mesh with the collider?
   Physics and pivots stay predictable.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jp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Reality</a:t>
            </a:r>
            <a:endParaRPr lang="en-US" sz="7200" dirty="0"/>
          </a:p>
        </p:txBody>
      </p:sp>
      <p:pic>
        <p:nvPicPr>
          <p:cNvPr id="5" name="Image 2" descr="C:\Users\Jeremy Callinan\AppData\Local\Temp\claude\c--GitHub-CIST1423-Fall2026-Examples\62e170c0-4055-4e17-811f-6bb67e40bfc7\scratchpad\deck\img\w5_lev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44805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VR: interactivity without code, then with C#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130552" y="4572000"/>
            <a:ext cx="9217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at 6:00pm</a:t>
            </a:r>
            <a:endParaRPr lang="en-US" sz="20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1423 - 2010   VIRTUAL REALITY PROGRAMMING AND TECHNOLOGY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411480" y="58064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9" name="Image 3" descr="C:\Users\Jeremy Callinan\AppData\Local\Temp\claude\c--GitHub-CIST1423-Fall2026-Examples\62e170c0-4055-4e17-811f-6bb67e40bfc7\scratchpad\deck\img\pa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916168"/>
            <a:ext cx="420624" cy="4206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one no-code + one C# interaction, documented with UML or pseudocode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73152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4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08" y="21031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5808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interactivity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115808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assets, teleport anchors, Animator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2103120"/>
            <a:ext cx="1005840" cy="1005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328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with C#</a:t>
            </a:r>
            <a:endParaRPr lang="en-US" sz="2000" dirty="0"/>
          </a:p>
        </p:txBody>
      </p:sp>
      <p:sp>
        <p:nvSpPr>
          <p:cNvPr id="10" name="Text 4"/>
          <p:cNvSpPr txBox="1"/>
          <p:nvPr/>
        </p:nvSpPr>
        <p:spPr>
          <a:xfrm>
            <a:off x="463280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 slider that scales an object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21031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752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it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810752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or pseudocode for your two interactions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class you can…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interactivity without code: imported assets, teleport anchors, Animator loops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an interaction in C#: a slider that scales an object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interactions with a UML diagram or pseudocode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452360" y="192024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809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plan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0" y="2606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778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80960" y="31729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10–40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77824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vs C# interactivity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0" y="3739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77824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briefing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680960" y="430682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50–130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8778240" y="4306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one no-code + one C# interaction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680960" y="48737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130–145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778240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680960" y="54406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145–150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8778240" y="5440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9 — Building Interactive VR Experiences (Ch. 5)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 without code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does this with XRI components; here are the SteamVR equivalents.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3429000"/>
          </a:xfrm>
          <a:prstGeom prst="roundRect">
            <a:avLst>
              <a:gd name="adj" fmla="val 21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 asset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3230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Store / .fbx / .glb into Assets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Collider + Interactable + Throwable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grabbable, with no script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4282440" y="1920240"/>
            <a:ext cx="3596640" cy="3429000"/>
          </a:xfrm>
          <a:prstGeom prst="roundRect">
            <a:avLst>
              <a:gd name="adj" fmla="val 21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2252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 anchors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4465320" y="2560320"/>
            <a:ext cx="3230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XRI Teleportation Anchor = SteamVR TeleportPoint prefab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where you want people to stand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scene has two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8107680" y="1920240"/>
            <a:ext cx="3596640" cy="3429000"/>
          </a:xfrm>
          <a:prstGeom prst="roundRect">
            <a:avLst>
              <a:gd name="adj" fmla="val 21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210312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4776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Animator-driven motion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8290560" y="2560320"/>
            <a:ext cx="3230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rotation/scale clip in the Animation window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Animator Controller loops it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code: windmills, fans, spinning signs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GolfVR's windmill uses a script (ObstacleAnimator.Rotate) instead: both are fine; know when each is simpler.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9 — Building Interactive VR Experiences (Ch. 5)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Animator: rotation and scaling in four steps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→ Animation → Animation, with the object selected.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26746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920240"/>
            <a:ext cx="2674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clip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560320"/>
            <a:ext cx="26746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2697480"/>
            <a:ext cx="24003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→ "Spin.anim". Unity adds an Animator + Controller to the object.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14700" y="1920240"/>
            <a:ext cx="26746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14700" y="1920240"/>
            <a:ext cx="2674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Record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314700" y="2560320"/>
            <a:ext cx="26746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51860" y="2697480"/>
            <a:ext cx="24003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record button. Frame 0: rotation 0. Frame 60: rotation Y = 360.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72200" y="1920240"/>
            <a:ext cx="26746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172200" y="1920240"/>
            <a:ext cx="2674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Loop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72200" y="2560320"/>
            <a:ext cx="26746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309360" y="2697480"/>
            <a:ext cx="24003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clip in Project → Loop Time ✓. Set tangents to linear for constant speed.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9029700" y="1920240"/>
            <a:ext cx="26746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029700" y="1920240"/>
            <a:ext cx="2674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Trigger (optional)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029700" y="2560320"/>
            <a:ext cx="26746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166860" y="2697480"/>
            <a:ext cx="24003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state and a Trigger parameter; a HoverButton's onButtonDown calls animator.SetTrigger("Grow").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57200" y="461772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0060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097280" y="4800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tip</a:t>
            </a:r>
            <a:endParaRPr lang="en-US" sz="145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5257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a parent, not the mesh with the collider, so physics and pivots stay predictable.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9 — Building Interactive VR Experiences (Ch. 5)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C#: scale an object with a UI slider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Ch. 5 exercise, in SteamVR terms: a world-space Canvas with a Slider, driven by the UIElement / laser input.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B1620"/>
          </a:solidFill>
          <a:ln w="9525">
            <a:solidFill>
              <a:srgbClr val="0B162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2048256"/>
            <a:ext cx="634593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UnityEngine.UI;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SliderScaler : MonoBehaviour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Slider slider;           // world-space Canvas, 1-2 m from the player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Transform target;        // the thing to resize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minScale = 0.1f, maxScale = 2f;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Awake() =&gt; slider.onValueChanged.AddListener(Apply);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Apply(float t)             // slider value 0..1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s = Mathf.Lerp(minScale, maxScale, 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target.localScale = Vector3.one * 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360920" y="192024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0312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0" y="21031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built this, on the web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7543800" y="256032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panther-builder's scale slider: 0.05× to 1.5×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landing.js oninput → panther.setScale(v)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60920" y="413766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32054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0" y="43205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UI rules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7543800" y="477774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World-space Canvas, 1–2 m away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targets, high contrast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lock UI to the head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9 — Building Interactive VR Experiences (Ch. 5)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interaction in our web app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pic>
        <p:nvPicPr>
          <p:cNvPr id="6" name="Image 2" descr="C:\Users\Jeremy Callinan\AppData\Local\Temp\claude\c--GitHub-CIST1423-Fall2026-Examples\62e170c0-4055-4e17-811f-6bb67e40bfc7\scratchpad\deck\img\panther_deskto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55" y="1920240"/>
            <a:ext cx="6660731" cy="3749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57200" y="57424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panther-builder: preset buttons + a continuous scale slider, mirrored into the 3D scene every frame.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7680960" y="1920240"/>
            <a:ext cx="40233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103120"/>
            <a:ext cx="329184" cy="32918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321040" y="2103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→ state → view</a:t>
            </a:r>
            <a:endParaRPr lang="en-US" sz="1450" dirty="0"/>
          </a:p>
        </p:txBody>
      </p:sp>
      <p:sp>
        <p:nvSpPr>
          <p:cNvPr id="11" name="Text 5"/>
          <p:cNvSpPr txBox="1"/>
          <p:nvPr/>
        </p:nvSpPr>
        <p:spPr>
          <a:xfrm>
            <a:off x="7863840" y="2560320"/>
            <a:ext cx="36576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event (slider) changes state (scale)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scene reflects state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in Unity and the web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7680960" y="4137660"/>
            <a:ext cx="402336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320540"/>
            <a:ext cx="329184" cy="32918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321040" y="43205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diagram</a:t>
            </a:r>
            <a:endParaRPr lang="en-US" sz="1450" dirty="0"/>
          </a:p>
        </p:txBody>
      </p:sp>
      <p:sp>
        <p:nvSpPr>
          <p:cNvPr id="15" name="Text 8"/>
          <p:cNvSpPr txBox="1"/>
          <p:nvPr/>
        </p:nvSpPr>
        <p:spPr>
          <a:xfrm>
            <a:off x="7863840" y="4777740"/>
            <a:ext cx="36576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it: Slider → SliderScaler.Apply → Transform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sequence diagram or 5 lines of pseudocode</a:t>
            </a:r>
            <a:endParaRPr lang="en-US" sz="1250" dirty="0"/>
          </a:p>
        </p:txBody>
      </p:sp>
      <p:sp>
        <p:nvSpPr>
          <p:cNvPr id="16" name="Text 9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9 — Building Interactive VR Experiences (Ch. 5)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a partner first, then we'll compare.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SteamVR prefab plays the role of an XRI Teleportation Anchor?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8244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1104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51104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Week 5 Playground, what component turns the lever into a 0–1 value?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3628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33628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animate a parent instead of the mesh with the collider?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9 — Building Interactive VR Experiences (Ch. 5)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homework + planning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no-code interaction (teleport anchor or Animator loop) to your prototype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C#-scripted interaction (slider scaler, button, or your own)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both with a UML diagram or pseudocode in Markdown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Ch. 6, interactive AR menus</a:t>
            </a:r>
            <a:endParaRPr lang="en-US" sz="1600" dirty="0"/>
          </a:p>
        </p:txBody>
      </p:sp>
      <p:pic>
        <p:nvPicPr>
          <p:cNvPr id="6" name="Image 2" descr="C:\Users\Jeremy Callinan\AppData\Local\Temp\claude\c--GitHub-CIST1423-Fall2026-Examples\62e170c0-4055-4e17-811f-6bb67e40bfc7\scratchpad\deck\img\alumni_bad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00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9 — Building Interactive VR Experiences (Ch. 5)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VR: interactivity without code, then with C#</dc:title>
  <dc:subject>PptxGenJS Presentation</dc:subject>
  <dc:creator>PptxGenJS</dc:creator>
  <cp:lastModifiedBy>PptxGenJS</cp:lastModifiedBy>
  <cp:revision>1</cp:revision>
  <dcterms:created xsi:type="dcterms:W3CDTF">2026-09-28T00:20:10Z</dcterms:created>
  <dcterms:modified xsi:type="dcterms:W3CDTF">2026-09-28T00:20:10Z</dcterms:modified>
</cp:coreProperties>
</file>