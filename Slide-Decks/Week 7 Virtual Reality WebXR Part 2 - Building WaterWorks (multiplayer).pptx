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Syllabus Week 7 was AR Development in Unity II. Replaced with WebXR building. Part 1 (Sneaker Builder → Panther) is the other Week 7 deck. Exam 2 (Ch. 3–4) is still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lesson plan: Lesson-Plans/Week-07-WebXR.md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Name one engine-layer and one product-layer file in WaterWorks.
   Engine: player.js, pointer.js, follow.js, audio.js, global.js. Product: parts.js, snap.js, workspace.js, shelf.js…
Q2. Two ports won't snap. Give two reasons.
   More than 12 cm apart, or not roughly facing each other (dot of directions must be below -0.5).
Q3. Why does one URL work on both a Quest and a Vive Pro 2?
   The page checks immersive-ar, then falls back to immersive-vr, and AR features are optional.
Q4. What does the server send a late joiner?
   A welcome snapshot: everyone in the room and every part with its pose, state and 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ww_mult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WebXR Building: a multiplayer water-system builder (replaces AR Development II)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cd Week-07-WebXR-WaterWorks &amp;&amp; npm install &amp;&amp; npm start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II → WebXR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detection, placement, anchors: now in the browser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WaterWorks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Parts, ports, snapping, the workspace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multiplayer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WebSocket relay with rooms and ownership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plane detection / raycast / anchors between AR Foundation and WebXR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ECS pattern: components = data, systems = logic, order matters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codebase's engine layer from its product layer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4846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multi-device WebXR session and build a water system as a team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reading answers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5–40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2 (Ch. 3–4)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recap + AR II → WebXR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3 devices, 1 room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80–135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teams of 3 build a system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680960" y="5440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135–150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778240" y="5440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 + exit ticket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WebXR instead of AR II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 II topics all exist in WebXR, and one build runs on every headset in the lab.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297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II topic (Ch.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Foundation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WebXR (ratk + three.js)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ARPlaneManager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requiredFeatures: ['plane-detection'] → ratk planes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 / controller placement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ARRaycastManager.Raycast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'hit-test' → XRHitTestSource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ARAnchorManager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'anchors' → XRAnchor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 Simulation / device build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Immersive Web Emulator, desktop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/ iOS builds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HTTPS URL, no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2 (Ch. 3–4) is still this week. The AR concepts are on it; WebXR is how we practise them.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→ valve → strainer → pump → riser → check valve → meter → tee + gauge → main → hydrant</a:t>
            </a:r>
            <a:endParaRPr lang="en-US" sz="1350" dirty="0"/>
          </a:p>
        </p:txBody>
      </p:sp>
      <p:pic>
        <p:nvPicPr>
          <p:cNvPr id="7" name="Image 2" descr="C:\Users\Jeremy Callinan\AppData\Local\Temp\claude\c--GitHub-CIST1423-Fall2026-Examples\62e170c0-4055-4e17-811f-6bb67e40bfc7\scratchpad\deck\img\ww_deskt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3566160" cy="200723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018919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builder: palette, part info, people in the room</a:t>
            </a:r>
            <a:endParaRPr lang="en-US" sz="1200" dirty="0"/>
          </a:p>
        </p:txBody>
      </p:sp>
      <p:pic>
        <p:nvPicPr>
          <p:cNvPr id="9" name="Image 3" descr="C:\Users\Jeremy Callinan\AppData\Local\Temp\claude\c--GitHub-CIST1423-Fall2026-Examples\62e170c0-4055-4e17-811f-6bb67e40bfc7\scratchpad\deck\img\ww_closeu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3566160" cy="263077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297680" y="464245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snap together: green = connected, orange = open</a:t>
            </a:r>
            <a:endParaRPr lang="en-US" sz="1200" dirty="0"/>
          </a:p>
        </p:txBody>
      </p:sp>
      <p:pic>
        <p:nvPicPr>
          <p:cNvPr id="11" name="Image 4" descr="C:\Users\Jeremy Callinan\AppData\Local\Temp\claude\c--GitHub-CIST1423-Fall2026-Examples\62e170c0-4055-4e17-811f-6bb67e40bfc7\scratchpad\deck\img\ww_shelf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20240"/>
            <a:ext cx="3566160" cy="294208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38160" y="495376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headset: reach into the shelf and pull out a part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 again: panther-builder → WaterWorks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layer came along untouched; the product layer is new.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6858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/ pointer / follow / audio / global / scene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Controllers, claw/ray pointer, lazy-follow UI, spatial audio, loaders, lights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water-system parts from three.js primitives; each has ports {pos, dir}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nearest facing port, then rotate + slide to meet it (pure maths, unit-tested)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part by id: the one place parts are added / moved / removed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parts, shelf spawners, recycle bin, network ownership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shelf.js / desktop.js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In-headset shelf + ray clicks; mouse building + HTML page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network.js / avatars.js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client (offline-first) + other people's heads and hands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are code, not model files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parts.js: each builder returns a Group plus its connection ports.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gateValve()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g = new Group();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iron = mat(COLORS.iron, 0.6, 0.4);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g.add(xCylinder(PIPE_R, 0.24, iron));          // the pipe body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g.add(flangeX(-0.12, iron), flangeX(0.12, iron));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wheel = new Mesh(new TorusGeometry(0.045, 0.008, 8, 24),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mat(COLORS.valveRed));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wheel.position.y = 0.19;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wheel.name = 'handwheel';                     // shelf.js ray-clicks this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g.add(wheel);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group: 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[port([-0.12, 0, 0], [-1, 0, 0]),     // position + outward direction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port([ 0.12, 0, 0], [ 1, 0, 0])],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 point: local position + outward direction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check each port is on the geometry and faces out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part type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builder, add it to PART_TYPES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Shelf, palette, snapping and networking pick it up automatically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Snapping: two lines of quaternion maths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snap.js. Released near an open port? Turn to face it, then slide until the ports touch.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rotate so my port points exactly opposite the target 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align = new Quaternion()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.setFromUnitVectors(mine.dir, target.dir.clone().negate());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moving.quaternion.premultiply(align);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slide so the two port centres coincide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moving.updateMatrixWorld(true);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myPortNow = localPort.pos.clone().applyMatrix4(moving.matrixWorld);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moving.position.add(target.pos.clone().sub(myPortNow));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if close (&lt; 12 cm) and roughly facing (dot &lt; -0.5)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Node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pipes snap end to end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turned elbow ends up exactly facing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pointing the same way never snap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equivalent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Quaternion.FromToRotation(a, b) * transform.rotation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maths, different names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run it in the VR Lab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PC runs the server; every headset and laptop opens the same URL.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Week-07-WebXR-WaterWorks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 (25 tests)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43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43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80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https://&lt;PC-IP&gt;:8443 for each network adapter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Quest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66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Browser → URL → accept cert → Build in Mixed Reality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315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Vive Pro 2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15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52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SteamVR, open the URL in Chrome/Edge → Build in VR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601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01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Laptops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01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738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URL. Drag to build; R/T/E rotate; ?room=team3 for your own room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457200" y="46177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00600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97280" y="4800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Pages?</a:t>
            </a:r>
            <a:endParaRPr lang="en-US" sz="145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5257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can't run the relay. The page falls back to single-player, or point it at a relay with ?server=wss://…/ws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engine-layer and one product-layer file in WaterWorks.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9506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236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2366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ports won't snap. Give two reasons.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one URL work on both a Quest and a Vive Pro 2?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9506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2366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642366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server send a late joiner?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 of 3: build tank → pump → hydrant in one room, with each person in a different device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it and push a Markdown write-up: who built what, what snapped, what didn't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add one new part type (reducer, elbow 45°, backflow preventer) with ports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2 covers Ch. 3–4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7 — WebXR Building: WaterWorks Builder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WebXR Building: a multiplayer water-system builder (replaces AR Development II)</dc:title>
  <dc:subject>PptxGenJS Presentation</dc:subject>
  <dc:creator>PptxGenJS</dc:creator>
  <cp:lastModifiedBy>PptxGenJS</cp:lastModifiedBy>
  <cp:revision>1</cp:revision>
  <dcterms:created xsi:type="dcterms:W3CDTF">2026-09-28T00:20:10Z</dcterms:created>
  <dcterms:modified xsi:type="dcterms:W3CDTF">2026-09-28T00:20:10Z</dcterms:modified>
</cp:coreProperties>
</file>