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65" r:id="rId3"/>
    <p:sldId id="285" r:id="rId4"/>
    <p:sldId id="281" r:id="rId5"/>
    <p:sldId id="290" r:id="rId6"/>
    <p:sldId id="257" r:id="rId7"/>
    <p:sldId id="282" r:id="rId8"/>
    <p:sldId id="259" r:id="rId9"/>
    <p:sldId id="283" r:id="rId10"/>
    <p:sldId id="287" r:id="rId11"/>
    <p:sldId id="276" r:id="rId12"/>
    <p:sldId id="277" r:id="rId13"/>
    <p:sldId id="278" r:id="rId14"/>
    <p:sldId id="279" r:id="rId15"/>
    <p:sldId id="289" r:id="rId16"/>
    <p:sldId id="260" r:id="rId17"/>
    <p:sldId id="280" r:id="rId18"/>
    <p:sldId id="284" r:id="rId19"/>
    <p:sldId id="286" r:id="rId20"/>
    <p:sldId id="291" r:id="rId21"/>
    <p:sldId id="292" r:id="rId22"/>
    <p:sldId id="264" r:id="rId23"/>
    <p:sldId id="288"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F9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F2E5F8-B1A3-11AA-07FD-796362E4FDAC}" v="4" dt="2026-08-30T01:51:47.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linan, Jeremy Patrick" userId="S::jpcst52@pitt.edu::05b16630-c484-475e-961c-c3ca0a9ffb3b" providerId="AD" clId="Web-{C6F2E5F8-B1A3-11AA-07FD-796362E4FDAC}"/>
    <pc:docChg chg="addSld delSld">
      <pc:chgData name="Callinan, Jeremy Patrick" userId="S::jpcst52@pitt.edu::05b16630-c484-475e-961c-c3ca0a9ffb3b" providerId="AD" clId="Web-{C6F2E5F8-B1A3-11AA-07FD-796362E4FDAC}" dt="2026-08-30T01:51:47.094" v="3"/>
      <pc:docMkLst>
        <pc:docMk/>
      </pc:docMkLst>
      <pc:sldChg chg="add del">
        <pc:chgData name="Callinan, Jeremy Patrick" userId="S::jpcst52@pitt.edu::05b16630-c484-475e-961c-c3ca0a9ffb3b" providerId="AD" clId="Web-{C6F2E5F8-B1A3-11AA-07FD-796362E4FDAC}" dt="2026-08-30T01:51:47.031" v="2"/>
        <pc:sldMkLst>
          <pc:docMk/>
          <pc:sldMk cId="109857222" sldId="256"/>
        </pc:sldMkLst>
      </pc:sldChg>
      <pc:sldChg chg="add del">
        <pc:chgData name="Callinan, Jeremy Patrick" userId="S::jpcst52@pitt.edu::05b16630-c484-475e-961c-c3ca0a9ffb3b" providerId="AD" clId="Web-{C6F2E5F8-B1A3-11AA-07FD-796362E4FDAC}" dt="2026-08-30T01:51:47.094" v="3"/>
        <pc:sldMkLst>
          <pc:docMk/>
          <pc:sldMk cId="2003230111" sldId="265"/>
        </pc:sldMkLst>
      </pc:sldChg>
    </pc:docChg>
  </pc:docChgLst>
  <pc:docChgLst>
    <pc:chgData name="Callinan, Jeremy Patrick" userId="S::jpcst52@pitt.edu::05b16630-c484-475e-961c-c3ca0a9ffb3b" providerId="AD" clId="Web-{311E39AD-2439-0665-904C-EB288CA285CB}"/>
    <pc:docChg chg="addSld modSld">
      <pc:chgData name="Callinan, Jeremy Patrick" userId="S::jpcst52@pitt.edu::05b16630-c484-475e-961c-c3ca0a9ffb3b" providerId="AD" clId="Web-{311E39AD-2439-0665-904C-EB288CA285CB}" dt="2026-08-23T19:48:01.136" v="13"/>
      <pc:docMkLst>
        <pc:docMk/>
      </pc:docMkLst>
      <pc:sldChg chg="add">
        <pc:chgData name="Callinan, Jeremy Patrick" userId="S::jpcst52@pitt.edu::05b16630-c484-475e-961c-c3ca0a9ffb3b" providerId="AD" clId="Web-{311E39AD-2439-0665-904C-EB288CA285CB}" dt="2026-08-23T19:48:01.136" v="13"/>
        <pc:sldMkLst>
          <pc:docMk/>
          <pc:sldMk cId="0" sldId="274"/>
        </pc:sldMkLst>
      </pc:sldChg>
      <pc:sldChg chg="delSp modSp add replId">
        <pc:chgData name="Callinan, Jeremy Patrick" userId="S::jpcst52@pitt.edu::05b16630-c484-475e-961c-c3ca0a9ffb3b" providerId="AD" clId="Web-{311E39AD-2439-0665-904C-EB288CA285CB}" dt="2026-08-23T19:47:09.615" v="12"/>
        <pc:sldMkLst>
          <pc:docMk/>
          <pc:sldMk cId="27543281" sldId="287"/>
        </pc:sldMkLst>
        <pc:spChg chg="mod">
          <ac:chgData name="Callinan, Jeremy Patrick" userId="S::jpcst52@pitt.edu::05b16630-c484-475e-961c-c3ca0a9ffb3b" providerId="AD" clId="Web-{311E39AD-2439-0665-904C-EB288CA285CB}" dt="2026-08-23T19:47:06.255" v="9" actId="20577"/>
          <ac:spMkLst>
            <pc:docMk/>
            <pc:sldMk cId="27543281" sldId="287"/>
            <ac:spMk id="2" creationId="{DBCC2AAD-999B-C275-D9CE-CB7F2F52E152}"/>
          </ac:spMkLst>
        </pc:spChg>
      </pc:sldChg>
      <pc:sldMasterChg chg="addSldLayout">
        <pc:chgData name="Callinan, Jeremy Patrick" userId="S::jpcst52@pitt.edu::05b16630-c484-475e-961c-c3ca0a9ffb3b" providerId="AD" clId="Web-{311E39AD-2439-0665-904C-EB288CA285CB}" dt="2026-08-23T19:48:01.136" v="13"/>
        <pc:sldMasterMkLst>
          <pc:docMk/>
          <pc:sldMasterMk cId="2460954070" sldId="2147483660"/>
        </pc:sldMasterMkLst>
        <pc:sldLayoutChg chg="add">
          <pc:chgData name="Callinan, Jeremy Patrick" userId="S::jpcst52@pitt.edu::05b16630-c484-475e-961c-c3ca0a9ffb3b" providerId="AD" clId="Web-{311E39AD-2439-0665-904C-EB288CA285CB}" dt="2026-08-23T19:48:01.136" v="13"/>
          <pc:sldLayoutMkLst>
            <pc:docMk/>
            <pc:sldMasterMk cId="2460954070" sldId="2147483660"/>
            <pc:sldLayoutMk cId="1675827275" sldId="2147483673"/>
          </pc:sldLayoutMkLst>
        </pc:sldLayoutChg>
      </pc:sldMasterChg>
    </pc:docChg>
  </pc:docChgLst>
  <pc:docChgLst>
    <pc:chgData name="Callinan, Jeremy Patrick" userId="S::jpcst52@pitt.edu::05b16630-c484-475e-961c-c3ca0a9ffb3b" providerId="AD" clId="Web-{D855F015-CB97-336F-8463-418A0EFC033F}"/>
    <pc:docChg chg="modSld sldOrd">
      <pc:chgData name="Callinan, Jeremy Patrick" userId="S::jpcst52@pitt.edu::05b16630-c484-475e-961c-c3ca0a9ffb3b" providerId="AD" clId="Web-{D855F015-CB97-336F-8463-418A0EFC033F}" dt="2026-08-27T00:16:07.195" v="22" actId="20577"/>
      <pc:docMkLst>
        <pc:docMk/>
      </pc:docMkLst>
      <pc:sldChg chg="modSp">
        <pc:chgData name="Callinan, Jeremy Patrick" userId="S::jpcst52@pitt.edu::05b16630-c484-475e-961c-c3ca0a9ffb3b" providerId="AD" clId="Web-{D855F015-CB97-336F-8463-418A0EFC033F}" dt="2026-08-26T22:58:41.068" v="1" actId="20577"/>
        <pc:sldMkLst>
          <pc:docMk/>
          <pc:sldMk cId="433105503" sldId="257"/>
        </pc:sldMkLst>
        <pc:spChg chg="mod">
          <ac:chgData name="Callinan, Jeremy Patrick" userId="S::jpcst52@pitt.edu::05b16630-c484-475e-961c-c3ca0a9ffb3b" providerId="AD" clId="Web-{D855F015-CB97-336F-8463-418A0EFC033F}" dt="2026-08-26T22:58:41.068" v="1" actId="20577"/>
          <ac:spMkLst>
            <pc:docMk/>
            <pc:sldMk cId="433105503" sldId="257"/>
            <ac:spMk id="3" creationId="{B7C81A4A-4AF5-6EAD-55D6-8447F5B76E02}"/>
          </ac:spMkLst>
        </pc:spChg>
      </pc:sldChg>
      <pc:sldChg chg="ord">
        <pc:chgData name="Callinan, Jeremy Patrick" userId="S::jpcst52@pitt.edu::05b16630-c484-475e-961c-c3ca0a9ffb3b" providerId="AD" clId="Web-{D855F015-CB97-336F-8463-418A0EFC033F}" dt="2026-08-26T23:57:43.005" v="18"/>
        <pc:sldMkLst>
          <pc:docMk/>
          <pc:sldMk cId="3854793715" sldId="264"/>
        </pc:sldMkLst>
      </pc:sldChg>
      <pc:sldChg chg="modSp">
        <pc:chgData name="Callinan, Jeremy Patrick" userId="S::jpcst52@pitt.edu::05b16630-c484-475e-961c-c3ca0a9ffb3b" providerId="AD" clId="Web-{D855F015-CB97-336F-8463-418A0EFC033F}" dt="2026-08-26T23:58:45.977" v="20" actId="20577"/>
        <pc:sldMkLst>
          <pc:docMk/>
          <pc:sldMk cId="0" sldId="276"/>
        </pc:sldMkLst>
        <pc:spChg chg="mod">
          <ac:chgData name="Callinan, Jeremy Patrick" userId="S::jpcst52@pitt.edu::05b16630-c484-475e-961c-c3ca0a9ffb3b" providerId="AD" clId="Web-{D855F015-CB97-336F-8463-418A0EFC033F}" dt="2026-08-26T23:58:45.977" v="20" actId="20577"/>
          <ac:spMkLst>
            <pc:docMk/>
            <pc:sldMk cId="0" sldId="276"/>
            <ac:spMk id="513" creationId="{00000000-0000-0000-0000-000000000000}"/>
          </ac:spMkLst>
        </pc:spChg>
      </pc:sldChg>
      <pc:sldChg chg="modSp">
        <pc:chgData name="Callinan, Jeremy Patrick" userId="S::jpcst52@pitt.edu::05b16630-c484-475e-961c-c3ca0a9ffb3b" providerId="AD" clId="Web-{D855F015-CB97-336F-8463-418A0EFC033F}" dt="2026-08-27T00:16:07.195" v="22" actId="20577"/>
        <pc:sldMkLst>
          <pc:docMk/>
          <pc:sldMk cId="0" sldId="277"/>
        </pc:sldMkLst>
        <pc:spChg chg="mod">
          <ac:chgData name="Callinan, Jeremy Patrick" userId="S::jpcst52@pitt.edu::05b16630-c484-475e-961c-c3ca0a9ffb3b" providerId="AD" clId="Web-{D855F015-CB97-336F-8463-418A0EFC033F}" dt="2026-08-27T00:16:07.195" v="22" actId="20577"/>
          <ac:spMkLst>
            <pc:docMk/>
            <pc:sldMk cId="0" sldId="277"/>
            <ac:spMk id="524" creationId="{00000000-0000-0000-0000-000000000000}"/>
          </ac:spMkLst>
        </pc:spChg>
      </pc:sldChg>
      <pc:sldChg chg="addSp modSp">
        <pc:chgData name="Callinan, Jeremy Patrick" userId="S::jpcst52@pitt.edu::05b16630-c484-475e-961c-c3ca0a9ffb3b" providerId="AD" clId="Web-{D855F015-CB97-336F-8463-418A0EFC033F}" dt="2026-08-26T23:15:53.049" v="16" actId="20577"/>
        <pc:sldMkLst>
          <pc:docMk/>
          <pc:sldMk cId="1965346920" sldId="283"/>
        </pc:sldMkLst>
        <pc:spChg chg="add mod">
          <ac:chgData name="Callinan, Jeremy Patrick" userId="S::jpcst52@pitt.edu::05b16630-c484-475e-961c-c3ca0a9ffb3b" providerId="AD" clId="Web-{D855F015-CB97-336F-8463-418A0EFC033F}" dt="2026-08-26T23:15:53.049" v="16" actId="20577"/>
          <ac:spMkLst>
            <pc:docMk/>
            <pc:sldMk cId="1965346920" sldId="283"/>
            <ac:spMk id="3" creationId="{CC8978C0-BADB-DD6D-AAC2-3FC488951405}"/>
          </ac:spMkLst>
        </pc:spChg>
        <pc:picChg chg="mod">
          <ac:chgData name="Callinan, Jeremy Patrick" userId="S::jpcst52@pitt.edu::05b16630-c484-475e-961c-c3ca0a9ffb3b" providerId="AD" clId="Web-{D855F015-CB97-336F-8463-418A0EFC033F}" dt="2026-08-26T23:15:39.439" v="2" actId="1076"/>
          <ac:picMkLst>
            <pc:docMk/>
            <pc:sldMk cId="1965346920" sldId="283"/>
            <ac:picMk id="5" creationId="{211316BE-AEC8-B1A8-6AA5-F8DEB85E9E90}"/>
          </ac:picMkLst>
        </pc:picChg>
      </pc:sldChg>
      <pc:sldChg chg="ord">
        <pc:chgData name="Callinan, Jeremy Patrick" userId="S::jpcst52@pitt.edu::05b16630-c484-475e-961c-c3ca0a9ffb3b" providerId="AD" clId="Web-{D855F015-CB97-336F-8463-418A0EFC033F}" dt="2026-08-26T23:57:43.005" v="17"/>
        <pc:sldMkLst>
          <pc:docMk/>
          <pc:sldMk cId="3320467826" sldId="288"/>
        </pc:sldMkLst>
      </pc:sldChg>
    </pc:docChg>
  </pc:docChgLst>
  <pc:docChgLst>
    <pc:chgData name="Callinan, Jeremy Patrick" userId="S::jpcst52@pitt.edu::05b16630-c484-475e-961c-c3ca0a9ffb3b" providerId="AD" clId="Web-{1E56CE70-01E7-7B1C-3914-032A1841FE76}"/>
    <pc:docChg chg="addSld modSld">
      <pc:chgData name="Callinan, Jeremy Patrick" userId="S::jpcst52@pitt.edu::05b16630-c484-475e-961c-c3ca0a9ffb3b" providerId="AD" clId="Web-{1E56CE70-01E7-7B1C-3914-032A1841FE76}" dt="2026-08-23T20:50:06.817" v="540" actId="1076"/>
      <pc:docMkLst>
        <pc:docMk/>
      </pc:docMkLst>
      <pc:sldChg chg="modSp">
        <pc:chgData name="Callinan, Jeremy Patrick" userId="S::jpcst52@pitt.edu::05b16630-c484-475e-961c-c3ca0a9ffb3b" providerId="AD" clId="Web-{1E56CE70-01E7-7B1C-3914-032A1841FE76}" dt="2026-08-23T20:09:57.924" v="185" actId="20577"/>
        <pc:sldMkLst>
          <pc:docMk/>
          <pc:sldMk cId="2046805928" sldId="260"/>
        </pc:sldMkLst>
        <pc:spChg chg="mod">
          <ac:chgData name="Callinan, Jeremy Patrick" userId="S::jpcst52@pitt.edu::05b16630-c484-475e-961c-c3ca0a9ffb3b" providerId="AD" clId="Web-{1E56CE70-01E7-7B1C-3914-032A1841FE76}" dt="2026-08-23T20:09:57.924" v="185" actId="20577"/>
          <ac:spMkLst>
            <pc:docMk/>
            <pc:sldMk cId="2046805928" sldId="260"/>
            <ac:spMk id="2" creationId="{D0226CE2-9A53-147A-F402-901A1F0FE747}"/>
          </ac:spMkLst>
        </pc:spChg>
      </pc:sldChg>
      <pc:sldChg chg="addSp modSp">
        <pc:chgData name="Callinan, Jeremy Patrick" userId="S::jpcst52@pitt.edu::05b16630-c484-475e-961c-c3ca0a9ffb3b" providerId="AD" clId="Web-{1E56CE70-01E7-7B1C-3914-032A1841FE76}" dt="2026-08-23T20:50:06.817" v="540" actId="1076"/>
        <pc:sldMkLst>
          <pc:docMk/>
          <pc:sldMk cId="0" sldId="274"/>
        </pc:sldMkLst>
        <pc:spChg chg="mod">
          <ac:chgData name="Callinan, Jeremy Patrick" userId="S::jpcst52@pitt.edu::05b16630-c484-475e-961c-c3ca0a9ffb3b" providerId="AD" clId="Web-{1E56CE70-01E7-7B1C-3914-032A1841FE76}" dt="2026-08-23T20:49:52.551" v="537" actId="20577"/>
          <ac:spMkLst>
            <pc:docMk/>
            <pc:sldMk cId="0" sldId="274"/>
            <ac:spMk id="488" creationId="{00000000-0000-0000-0000-000000000000}"/>
          </ac:spMkLst>
        </pc:spChg>
        <pc:spChg chg="mod">
          <ac:chgData name="Callinan, Jeremy Patrick" userId="S::jpcst52@pitt.edu::05b16630-c484-475e-961c-c3ca0a9ffb3b" providerId="AD" clId="Web-{1E56CE70-01E7-7B1C-3914-032A1841FE76}" dt="2026-08-23T19:50:01.460" v="12" actId="20577"/>
          <ac:spMkLst>
            <pc:docMk/>
            <pc:sldMk cId="0" sldId="274"/>
            <ac:spMk id="489" creationId="{00000000-0000-0000-0000-000000000000}"/>
          </ac:spMkLst>
        </pc:spChg>
        <pc:picChg chg="add mod">
          <ac:chgData name="Callinan, Jeremy Patrick" userId="S::jpcst52@pitt.edu::05b16630-c484-475e-961c-c3ca0a9ffb3b" providerId="AD" clId="Web-{1E56CE70-01E7-7B1C-3914-032A1841FE76}" dt="2026-08-23T20:50:06.817" v="540" actId="1076"/>
          <ac:picMkLst>
            <pc:docMk/>
            <pc:sldMk cId="0" sldId="274"/>
            <ac:picMk id="2" creationId="{61F30F55-4D6A-1D34-3B3D-BAA5B9DD1187}"/>
          </ac:picMkLst>
        </pc:picChg>
        <pc:picChg chg="mod">
          <ac:chgData name="Callinan, Jeremy Patrick" userId="S::jpcst52@pitt.edu::05b16630-c484-475e-961c-c3ca0a9ffb3b" providerId="AD" clId="Web-{1E56CE70-01E7-7B1C-3914-032A1841FE76}" dt="2026-08-23T20:50:04.817" v="539" actId="1076"/>
          <ac:picMkLst>
            <pc:docMk/>
            <pc:sldMk cId="0" sldId="274"/>
            <ac:picMk id="490" creationId="{00000000-0000-0000-0000-000000000000}"/>
          </ac:picMkLst>
        </pc:picChg>
        <pc:picChg chg="mod">
          <ac:chgData name="Callinan, Jeremy Patrick" userId="S::jpcst52@pitt.edu::05b16630-c484-475e-961c-c3ca0a9ffb3b" providerId="AD" clId="Web-{1E56CE70-01E7-7B1C-3914-032A1841FE76}" dt="2026-08-23T20:49:58.958" v="538" actId="14100"/>
          <ac:picMkLst>
            <pc:docMk/>
            <pc:sldMk cId="0" sldId="274"/>
            <ac:picMk id="492" creationId="{00000000-0000-0000-0000-000000000000}"/>
          </ac:picMkLst>
        </pc:picChg>
      </pc:sldChg>
      <pc:sldChg chg="addSp delSp modSp add">
        <pc:chgData name="Callinan, Jeremy Patrick" userId="S::jpcst52@pitt.edu::05b16630-c484-475e-961c-c3ca0a9ffb3b" providerId="AD" clId="Web-{1E56CE70-01E7-7B1C-3914-032A1841FE76}" dt="2026-08-23T20:12:59.835" v="230" actId="20577"/>
        <pc:sldMkLst>
          <pc:docMk/>
          <pc:sldMk cId="0" sldId="276"/>
        </pc:sldMkLst>
        <pc:spChg chg="mod">
          <ac:chgData name="Callinan, Jeremy Patrick" userId="S::jpcst52@pitt.edu::05b16630-c484-475e-961c-c3ca0a9ffb3b" providerId="AD" clId="Web-{1E56CE70-01E7-7B1C-3914-032A1841FE76}" dt="2026-08-23T20:07:17.608" v="128" actId="20577"/>
          <ac:spMkLst>
            <pc:docMk/>
            <pc:sldMk cId="0" sldId="276"/>
            <ac:spMk id="512" creationId="{00000000-0000-0000-0000-000000000000}"/>
          </ac:spMkLst>
        </pc:spChg>
        <pc:spChg chg="mod">
          <ac:chgData name="Callinan, Jeremy Patrick" userId="S::jpcst52@pitt.edu::05b16630-c484-475e-961c-c3ca0a9ffb3b" providerId="AD" clId="Web-{1E56CE70-01E7-7B1C-3914-032A1841FE76}" dt="2026-08-23T20:12:59.835" v="230" actId="20577"/>
          <ac:spMkLst>
            <pc:docMk/>
            <pc:sldMk cId="0" sldId="276"/>
            <ac:spMk id="513" creationId="{00000000-0000-0000-0000-000000000000}"/>
          </ac:spMkLst>
        </pc:spChg>
        <pc:picChg chg="add mod">
          <ac:chgData name="Callinan, Jeremy Patrick" userId="S::jpcst52@pitt.edu::05b16630-c484-475e-961c-c3ca0a9ffb3b" providerId="AD" clId="Web-{1E56CE70-01E7-7B1C-3914-032A1841FE76}" dt="2026-08-23T20:05:16.684" v="58" actId="1076"/>
          <ac:picMkLst>
            <pc:docMk/>
            <pc:sldMk cId="0" sldId="276"/>
            <ac:picMk id="2" creationId="{C91CF632-35E3-6E71-C89D-60D3169CFF4E}"/>
          </ac:picMkLst>
        </pc:picChg>
        <pc:picChg chg="add">
          <ac:chgData name="Callinan, Jeremy Patrick" userId="S::jpcst52@pitt.edu::05b16630-c484-475e-961c-c3ca0a9ffb3b" providerId="AD" clId="Web-{1E56CE70-01E7-7B1C-3914-032A1841FE76}" dt="2026-08-23T20:07:53.625" v="144"/>
          <ac:picMkLst>
            <pc:docMk/>
            <pc:sldMk cId="0" sldId="276"/>
            <ac:picMk id="4" creationId="{CB3A2E3F-B3E7-984F-BF6D-2E71CC47E0DA}"/>
          </ac:picMkLst>
        </pc:picChg>
      </pc:sldChg>
      <pc:sldChg chg="addSp delSp modSp add">
        <pc:chgData name="Callinan, Jeremy Patrick" userId="S::jpcst52@pitt.edu::05b16630-c484-475e-961c-c3ca0a9ffb3b" providerId="AD" clId="Web-{1E56CE70-01E7-7B1C-3914-032A1841FE76}" dt="2026-08-23T20:13:14.382" v="238" actId="20577"/>
        <pc:sldMkLst>
          <pc:docMk/>
          <pc:sldMk cId="0" sldId="277"/>
        </pc:sldMkLst>
        <pc:spChg chg="mod">
          <ac:chgData name="Callinan, Jeremy Patrick" userId="S::jpcst52@pitt.edu::05b16630-c484-475e-961c-c3ca0a9ffb3b" providerId="AD" clId="Web-{1E56CE70-01E7-7B1C-3914-032A1841FE76}" dt="2026-08-23T20:07:22.389" v="133" actId="20577"/>
          <ac:spMkLst>
            <pc:docMk/>
            <pc:sldMk cId="0" sldId="277"/>
            <ac:spMk id="523" creationId="{00000000-0000-0000-0000-000000000000}"/>
          </ac:spMkLst>
        </pc:spChg>
        <pc:spChg chg="mod">
          <ac:chgData name="Callinan, Jeremy Patrick" userId="S::jpcst52@pitt.edu::05b16630-c484-475e-961c-c3ca0a9ffb3b" providerId="AD" clId="Web-{1E56CE70-01E7-7B1C-3914-032A1841FE76}" dt="2026-08-23T20:13:14.382" v="238" actId="20577"/>
          <ac:spMkLst>
            <pc:docMk/>
            <pc:sldMk cId="0" sldId="277"/>
            <ac:spMk id="524" creationId="{00000000-0000-0000-0000-000000000000}"/>
          </ac:spMkLst>
        </pc:spChg>
        <pc:picChg chg="add mod">
          <ac:chgData name="Callinan, Jeremy Patrick" userId="S::jpcst52@pitt.edu::05b16630-c484-475e-961c-c3ca0a9ffb3b" providerId="AD" clId="Web-{1E56CE70-01E7-7B1C-3914-032A1841FE76}" dt="2026-08-23T20:05:48.262" v="64" actId="1076"/>
          <ac:picMkLst>
            <pc:docMk/>
            <pc:sldMk cId="0" sldId="277"/>
            <ac:picMk id="2" creationId="{BA3DFEE5-24B5-1747-BDE2-C2F77BB680A0}"/>
          </ac:picMkLst>
        </pc:picChg>
        <pc:picChg chg="add mod">
          <ac:chgData name="Callinan, Jeremy Patrick" userId="S::jpcst52@pitt.edu::05b16630-c484-475e-961c-c3ca0a9ffb3b" providerId="AD" clId="Web-{1E56CE70-01E7-7B1C-3914-032A1841FE76}" dt="2026-08-23T20:06:13.013" v="68" actId="1076"/>
          <ac:picMkLst>
            <pc:docMk/>
            <pc:sldMk cId="0" sldId="277"/>
            <ac:picMk id="3" creationId="{95B3B481-F13A-BE05-E14D-91F02EC84D29}"/>
          </ac:picMkLst>
        </pc:picChg>
        <pc:picChg chg="add">
          <ac:chgData name="Callinan, Jeremy Patrick" userId="S::jpcst52@pitt.edu::05b16630-c484-475e-961c-c3ca0a9ffb3b" providerId="AD" clId="Web-{1E56CE70-01E7-7B1C-3914-032A1841FE76}" dt="2026-08-23T20:08:13.891" v="149"/>
          <ac:picMkLst>
            <pc:docMk/>
            <pc:sldMk cId="0" sldId="277"/>
            <ac:picMk id="5" creationId="{2908D1E4-A93B-B83C-BB10-5C41A7E83F8C}"/>
          </ac:picMkLst>
        </pc:picChg>
        <pc:picChg chg="add">
          <ac:chgData name="Callinan, Jeremy Patrick" userId="S::jpcst52@pitt.edu::05b16630-c484-475e-961c-c3ca0a9ffb3b" providerId="AD" clId="Web-{1E56CE70-01E7-7B1C-3914-032A1841FE76}" dt="2026-08-23T20:08:13.922" v="150"/>
          <ac:picMkLst>
            <pc:docMk/>
            <pc:sldMk cId="0" sldId="277"/>
            <ac:picMk id="7" creationId="{70F08E81-8FA8-96D0-0D2D-3154BD67B5BF}"/>
          </ac:picMkLst>
        </pc:picChg>
        <pc:picChg chg="mod">
          <ac:chgData name="Callinan, Jeremy Patrick" userId="S::jpcst52@pitt.edu::05b16630-c484-475e-961c-c3ca0a9ffb3b" providerId="AD" clId="Web-{1E56CE70-01E7-7B1C-3914-032A1841FE76}" dt="2026-08-23T20:05:46.575" v="63" actId="14100"/>
          <ac:picMkLst>
            <pc:docMk/>
            <pc:sldMk cId="0" sldId="277"/>
            <ac:picMk id="526" creationId="{00000000-0000-0000-0000-000000000000}"/>
          </ac:picMkLst>
        </pc:picChg>
      </pc:sldChg>
      <pc:sldChg chg="addSp delSp modSp add">
        <pc:chgData name="Callinan, Jeremy Patrick" userId="S::jpcst52@pitt.edu::05b16630-c484-475e-961c-c3ca0a9ffb3b" providerId="AD" clId="Web-{1E56CE70-01E7-7B1C-3914-032A1841FE76}" dt="2026-08-23T20:13:35.179" v="247" actId="20577"/>
        <pc:sldMkLst>
          <pc:docMk/>
          <pc:sldMk cId="0" sldId="278"/>
        </pc:sldMkLst>
        <pc:spChg chg="mod">
          <ac:chgData name="Callinan, Jeremy Patrick" userId="S::jpcst52@pitt.edu::05b16630-c484-475e-961c-c3ca0a9ffb3b" providerId="AD" clId="Web-{1E56CE70-01E7-7B1C-3914-032A1841FE76}" dt="2026-08-23T20:07:29.046" v="135" actId="20577"/>
          <ac:spMkLst>
            <pc:docMk/>
            <pc:sldMk cId="0" sldId="278"/>
            <ac:spMk id="534" creationId="{00000000-0000-0000-0000-000000000000}"/>
          </ac:spMkLst>
        </pc:spChg>
        <pc:spChg chg="mod">
          <ac:chgData name="Callinan, Jeremy Patrick" userId="S::jpcst52@pitt.edu::05b16630-c484-475e-961c-c3ca0a9ffb3b" providerId="AD" clId="Web-{1E56CE70-01E7-7B1C-3914-032A1841FE76}" dt="2026-08-23T20:13:35.179" v="247" actId="20577"/>
          <ac:spMkLst>
            <pc:docMk/>
            <pc:sldMk cId="0" sldId="278"/>
            <ac:spMk id="535" creationId="{00000000-0000-0000-0000-000000000000}"/>
          </ac:spMkLst>
        </pc:spChg>
        <pc:picChg chg="add">
          <ac:chgData name="Callinan, Jeremy Patrick" userId="S::jpcst52@pitt.edu::05b16630-c484-475e-961c-c3ca0a9ffb3b" providerId="AD" clId="Web-{1E56CE70-01E7-7B1C-3914-032A1841FE76}" dt="2026-08-23T20:08:27.844" v="153"/>
          <ac:picMkLst>
            <pc:docMk/>
            <pc:sldMk cId="0" sldId="278"/>
            <ac:picMk id="3" creationId="{193573B9-513C-9EB0-FD84-4BF735399C21}"/>
          </ac:picMkLst>
        </pc:picChg>
        <pc:picChg chg="add">
          <ac:chgData name="Callinan, Jeremy Patrick" userId="S::jpcst52@pitt.edu::05b16630-c484-475e-961c-c3ca0a9ffb3b" providerId="AD" clId="Web-{1E56CE70-01E7-7B1C-3914-032A1841FE76}" dt="2026-08-23T20:08:27.875" v="154"/>
          <ac:picMkLst>
            <pc:docMk/>
            <pc:sldMk cId="0" sldId="278"/>
            <ac:picMk id="5" creationId="{BF4E81F9-B078-4282-002F-EF5690A1E323}"/>
          </ac:picMkLst>
        </pc:picChg>
      </pc:sldChg>
      <pc:sldChg chg="addSp delSp modSp add">
        <pc:chgData name="Callinan, Jeremy Patrick" userId="S::jpcst52@pitt.edu::05b16630-c484-475e-961c-c3ca0a9ffb3b" providerId="AD" clId="Web-{1E56CE70-01E7-7B1C-3914-032A1841FE76}" dt="2026-08-23T20:14:03.508" v="255" actId="1076"/>
        <pc:sldMkLst>
          <pc:docMk/>
          <pc:sldMk cId="0" sldId="279"/>
        </pc:sldMkLst>
        <pc:spChg chg="mod">
          <ac:chgData name="Callinan, Jeremy Patrick" userId="S::jpcst52@pitt.edu::05b16630-c484-475e-961c-c3ca0a9ffb3b" providerId="AD" clId="Web-{1E56CE70-01E7-7B1C-3914-032A1841FE76}" dt="2026-08-23T20:13:38.414" v="248" actId="1076"/>
          <ac:spMkLst>
            <pc:docMk/>
            <pc:sldMk cId="0" sldId="279"/>
            <ac:spMk id="544" creationId="{00000000-0000-0000-0000-000000000000}"/>
          </ac:spMkLst>
        </pc:spChg>
        <pc:spChg chg="mod">
          <ac:chgData name="Callinan, Jeremy Patrick" userId="S::jpcst52@pitt.edu::05b16630-c484-475e-961c-c3ca0a9ffb3b" providerId="AD" clId="Web-{1E56CE70-01E7-7B1C-3914-032A1841FE76}" dt="2026-08-23T20:14:00.883" v="254" actId="20577"/>
          <ac:spMkLst>
            <pc:docMk/>
            <pc:sldMk cId="0" sldId="279"/>
            <ac:spMk id="545" creationId="{00000000-0000-0000-0000-000000000000}"/>
          </ac:spMkLst>
        </pc:spChg>
        <pc:picChg chg="add">
          <ac:chgData name="Callinan, Jeremy Patrick" userId="S::jpcst52@pitt.edu::05b16630-c484-475e-961c-c3ca0a9ffb3b" providerId="AD" clId="Web-{1E56CE70-01E7-7B1C-3914-032A1841FE76}" dt="2026-08-23T20:09:04.001" v="164"/>
          <ac:picMkLst>
            <pc:docMk/>
            <pc:sldMk cId="0" sldId="279"/>
            <ac:picMk id="3" creationId="{35187131-AE3D-E1B3-0057-E54FDCAB76EF}"/>
          </ac:picMkLst>
        </pc:picChg>
        <pc:picChg chg="add">
          <ac:chgData name="Callinan, Jeremy Patrick" userId="S::jpcst52@pitt.edu::05b16630-c484-475e-961c-c3ca0a9ffb3b" providerId="AD" clId="Web-{1E56CE70-01E7-7B1C-3914-032A1841FE76}" dt="2026-08-23T20:09:04.032" v="165"/>
          <ac:picMkLst>
            <pc:docMk/>
            <pc:sldMk cId="0" sldId="279"/>
            <ac:picMk id="5" creationId="{21C7FE50-DA7E-6F34-430E-3AF7693F71CA}"/>
          </ac:picMkLst>
        </pc:picChg>
        <pc:picChg chg="add mod">
          <ac:chgData name="Callinan, Jeremy Patrick" userId="S::jpcst52@pitt.edu::05b16630-c484-475e-961c-c3ca0a9ffb3b" providerId="AD" clId="Web-{1E56CE70-01E7-7B1C-3914-032A1841FE76}" dt="2026-08-23T20:13:47.461" v="250" actId="1076"/>
          <ac:picMkLst>
            <pc:docMk/>
            <pc:sldMk cId="0" sldId="279"/>
            <ac:picMk id="8" creationId="{886F2E21-C57F-5A8E-D2DF-B28B2DB8F2F3}"/>
          </ac:picMkLst>
        </pc:picChg>
        <pc:picChg chg="mod">
          <ac:chgData name="Callinan, Jeremy Patrick" userId="S::jpcst52@pitt.edu::05b16630-c484-475e-961c-c3ca0a9ffb3b" providerId="AD" clId="Web-{1E56CE70-01E7-7B1C-3914-032A1841FE76}" dt="2026-08-23T20:14:03.508" v="255" actId="1076"/>
          <ac:picMkLst>
            <pc:docMk/>
            <pc:sldMk cId="0" sldId="279"/>
            <ac:picMk id="546" creationId="{00000000-0000-0000-0000-000000000000}"/>
          </ac:picMkLst>
        </pc:picChg>
      </pc:sldChg>
      <pc:sldChg chg="addSp modSp">
        <pc:chgData name="Callinan, Jeremy Patrick" userId="S::jpcst52@pitt.edu::05b16630-c484-475e-961c-c3ca0a9ffb3b" providerId="AD" clId="Web-{1E56CE70-01E7-7B1C-3914-032A1841FE76}" dt="2026-08-23T20:44:48.901" v="434" actId="1076"/>
        <pc:sldMkLst>
          <pc:docMk/>
          <pc:sldMk cId="797687090" sldId="284"/>
        </pc:sldMkLst>
        <pc:picChg chg="add mod modCrop">
          <ac:chgData name="Callinan, Jeremy Patrick" userId="S::jpcst52@pitt.edu::05b16630-c484-475e-961c-c3ca0a9ffb3b" providerId="AD" clId="Web-{1E56CE70-01E7-7B1C-3914-032A1841FE76}" dt="2026-08-23T20:44:48.901" v="434" actId="1076"/>
          <ac:picMkLst>
            <pc:docMk/>
            <pc:sldMk cId="797687090" sldId="284"/>
            <ac:picMk id="3" creationId="{27529657-B275-647C-2196-BE21D13D0637}"/>
          </ac:picMkLst>
        </pc:picChg>
      </pc:sldChg>
      <pc:sldChg chg="addSp delSp modSp">
        <pc:chgData name="Callinan, Jeremy Patrick" userId="S::jpcst52@pitt.edu::05b16630-c484-475e-961c-c3ca0a9ffb3b" providerId="AD" clId="Web-{1E56CE70-01E7-7B1C-3914-032A1841FE76}" dt="2026-08-23T20:48:51.518" v="501" actId="20577"/>
        <pc:sldMkLst>
          <pc:docMk/>
          <pc:sldMk cId="3878329349" sldId="286"/>
        </pc:sldMkLst>
        <pc:spChg chg="mod">
          <ac:chgData name="Callinan, Jeremy Patrick" userId="S::jpcst52@pitt.edu::05b16630-c484-475e-961c-c3ca0a9ffb3b" providerId="AD" clId="Web-{1E56CE70-01E7-7B1C-3914-032A1841FE76}" dt="2026-08-23T20:48:14.486" v="483" actId="14100"/>
          <ac:spMkLst>
            <pc:docMk/>
            <pc:sldMk cId="3878329349" sldId="286"/>
            <ac:spMk id="2" creationId="{B20797FF-976A-9F57-3A55-5D6CDE46CCB0}"/>
          </ac:spMkLst>
        </pc:spChg>
        <pc:spChg chg="mod">
          <ac:chgData name="Callinan, Jeremy Patrick" userId="S::jpcst52@pitt.edu::05b16630-c484-475e-961c-c3ca0a9ffb3b" providerId="AD" clId="Web-{1E56CE70-01E7-7B1C-3914-032A1841FE76}" dt="2026-08-23T20:48:51.518" v="501" actId="20577"/>
          <ac:spMkLst>
            <pc:docMk/>
            <pc:sldMk cId="3878329349" sldId="286"/>
            <ac:spMk id="4" creationId="{1D149AA7-C0B1-C1D5-3871-9B35EE46A3CC}"/>
          </ac:spMkLst>
        </pc:spChg>
        <pc:picChg chg="add mod modCrop">
          <ac:chgData name="Callinan, Jeremy Patrick" userId="S::jpcst52@pitt.edu::05b16630-c484-475e-961c-c3ca0a9ffb3b" providerId="AD" clId="Web-{1E56CE70-01E7-7B1C-3914-032A1841FE76}" dt="2026-08-23T20:48:15.908" v="484" actId="1076"/>
          <ac:picMkLst>
            <pc:docMk/>
            <pc:sldMk cId="3878329349" sldId="286"/>
            <ac:picMk id="5" creationId="{13FB8881-CCDC-E5A0-6AD5-6BD023119D17}"/>
          </ac:picMkLst>
        </pc:picChg>
        <pc:picChg chg="add mod modCrop">
          <ac:chgData name="Callinan, Jeremy Patrick" userId="S::jpcst52@pitt.edu::05b16630-c484-475e-961c-c3ca0a9ffb3b" providerId="AD" clId="Web-{1E56CE70-01E7-7B1C-3914-032A1841FE76}" dt="2026-08-23T20:48:09.486" v="481" actId="1076"/>
          <ac:picMkLst>
            <pc:docMk/>
            <pc:sldMk cId="3878329349" sldId="286"/>
            <ac:picMk id="6" creationId="{012FBE7A-6C18-BB50-381A-7A19E2ACCFD3}"/>
          </ac:picMkLst>
        </pc:picChg>
      </pc:sldChg>
      <pc:sldChg chg="addSp modSp">
        <pc:chgData name="Callinan, Jeremy Patrick" userId="S::jpcst52@pitt.edu::05b16630-c484-475e-961c-c3ca0a9ffb3b" providerId="AD" clId="Web-{1E56CE70-01E7-7B1C-3914-032A1841FE76}" dt="2026-08-23T20:07:50.937" v="143" actId="14100"/>
        <pc:sldMkLst>
          <pc:docMk/>
          <pc:sldMk cId="27543281" sldId="287"/>
        </pc:sldMkLst>
        <pc:spChg chg="mod">
          <ac:chgData name="Callinan, Jeremy Patrick" userId="S::jpcst52@pitt.edu::05b16630-c484-475e-961c-c3ca0a9ffb3b" providerId="AD" clId="Web-{1E56CE70-01E7-7B1C-3914-032A1841FE76}" dt="2026-08-23T20:00:35.896" v="39" actId="20577"/>
          <ac:spMkLst>
            <pc:docMk/>
            <pc:sldMk cId="27543281" sldId="287"/>
            <ac:spMk id="3" creationId="{5CE73B31-4165-D64A-533A-0A151F355430}"/>
          </ac:spMkLst>
        </pc:spChg>
        <pc:spChg chg="add mod">
          <ac:chgData name="Callinan, Jeremy Patrick" userId="S::jpcst52@pitt.edu::05b16630-c484-475e-961c-c3ca0a9ffb3b" providerId="AD" clId="Web-{1E56CE70-01E7-7B1C-3914-032A1841FE76}" dt="2026-08-23T20:02:56.134" v="48" actId="1076"/>
          <ac:spMkLst>
            <pc:docMk/>
            <pc:sldMk cId="27543281" sldId="287"/>
            <ac:spMk id="6" creationId="{988F9CA6-F7A9-A2A7-E1E5-05E1087D421B}"/>
          </ac:spMkLst>
        </pc:spChg>
        <pc:picChg chg="mod">
          <ac:chgData name="Callinan, Jeremy Patrick" userId="S::jpcst52@pitt.edu::05b16630-c484-475e-961c-c3ca0a9ffb3b" providerId="AD" clId="Web-{1E56CE70-01E7-7B1C-3914-032A1841FE76}" dt="2026-08-23T20:07:50.937" v="143" actId="14100"/>
          <ac:picMkLst>
            <pc:docMk/>
            <pc:sldMk cId="27543281" sldId="287"/>
            <ac:picMk id="7" creationId="{3504B828-47AF-1591-1FE4-3874B325D645}"/>
          </ac:picMkLst>
        </pc:picChg>
        <pc:picChg chg="add">
          <ac:chgData name="Callinan, Jeremy Patrick" userId="S::jpcst52@pitt.edu::05b16630-c484-475e-961c-c3ca0a9ffb3b" providerId="AD" clId="Web-{1E56CE70-01E7-7B1C-3914-032A1841FE76}" dt="2026-08-23T20:07:46.531" v="141"/>
          <ac:picMkLst>
            <pc:docMk/>
            <pc:sldMk cId="27543281" sldId="287"/>
            <ac:picMk id="10" creationId="{CF916FC0-8AC9-C0DF-92C1-EF05255E013F}"/>
          </ac:picMkLst>
        </pc:picChg>
      </pc:sldChg>
      <pc:sldChg chg="addSp delSp modSp add replId">
        <pc:chgData name="Callinan, Jeremy Patrick" userId="S::jpcst52@pitt.edu::05b16630-c484-475e-961c-c3ca0a9ffb3b" providerId="AD" clId="Web-{1E56CE70-01E7-7B1C-3914-032A1841FE76}" dt="2026-08-23T20:42:41.460" v="396" actId="1076"/>
        <pc:sldMkLst>
          <pc:docMk/>
          <pc:sldMk cId="3320467826" sldId="288"/>
        </pc:sldMkLst>
        <pc:spChg chg="mod">
          <ac:chgData name="Callinan, Jeremy Patrick" userId="S::jpcst52@pitt.edu::05b16630-c484-475e-961c-c3ca0a9ffb3b" providerId="AD" clId="Web-{1E56CE70-01E7-7B1C-3914-032A1841FE76}" dt="2026-08-23T19:58:56.222" v="17" actId="20577"/>
          <ac:spMkLst>
            <pc:docMk/>
            <pc:sldMk cId="3320467826" sldId="288"/>
            <ac:spMk id="2" creationId="{785FBB72-10EF-B2EC-15B2-13DF8BA6345B}"/>
          </ac:spMkLst>
        </pc:spChg>
        <pc:spChg chg="add mod">
          <ac:chgData name="Callinan, Jeremy Patrick" userId="S::jpcst52@pitt.edu::05b16630-c484-475e-961c-c3ca0a9ffb3b" providerId="AD" clId="Web-{1E56CE70-01E7-7B1C-3914-032A1841FE76}" dt="2026-08-23T20:00:04.427" v="34" actId="14100"/>
          <ac:spMkLst>
            <pc:docMk/>
            <pc:sldMk cId="3320467826" sldId="288"/>
            <ac:spMk id="11" creationId="{FEB7DA69-4E60-2225-C562-9762EEED42E5}"/>
          </ac:spMkLst>
        </pc:spChg>
        <pc:picChg chg="add mod modCrop">
          <ac:chgData name="Callinan, Jeremy Patrick" userId="S::jpcst52@pitt.edu::05b16630-c484-475e-961c-c3ca0a9ffb3b" providerId="AD" clId="Web-{1E56CE70-01E7-7B1C-3914-032A1841FE76}" dt="2026-08-23T20:42:41.460" v="396" actId="1076"/>
          <ac:picMkLst>
            <pc:docMk/>
            <pc:sldMk cId="3320467826" sldId="288"/>
            <ac:picMk id="3" creationId="{322E429C-FF49-AEA1-5EE5-0FF696F23554}"/>
          </ac:picMkLst>
        </pc:picChg>
        <pc:picChg chg="add mod">
          <ac:chgData name="Callinan, Jeremy Patrick" userId="S::jpcst52@pitt.edu::05b16630-c484-475e-961c-c3ca0a9ffb3b" providerId="AD" clId="Web-{1E56CE70-01E7-7B1C-3914-032A1841FE76}" dt="2026-08-23T20:00:06.442" v="35" actId="1076"/>
          <ac:picMkLst>
            <pc:docMk/>
            <pc:sldMk cId="3320467826" sldId="288"/>
            <ac:picMk id="10" creationId="{3F31979B-6948-FFE8-9C77-E55661565B48}"/>
          </ac:picMkLst>
        </pc:picChg>
      </pc:sldChg>
      <pc:sldChg chg="addSp delSp modSp add">
        <pc:chgData name="Callinan, Jeremy Patrick" userId="S::jpcst52@pitt.edu::05b16630-c484-475e-961c-c3ca0a9ffb3b" providerId="AD" clId="Web-{1E56CE70-01E7-7B1C-3914-032A1841FE76}" dt="2026-08-23T20:14:57.509" v="292" actId="20577"/>
        <pc:sldMkLst>
          <pc:docMk/>
          <pc:sldMk cId="2691398294" sldId="289"/>
        </pc:sldMkLst>
        <pc:spChg chg="mod">
          <ac:chgData name="Callinan, Jeremy Patrick" userId="S::jpcst52@pitt.edu::05b16630-c484-475e-961c-c3ca0a9ffb3b" providerId="AD" clId="Web-{1E56CE70-01E7-7B1C-3914-032A1841FE76}" dt="2026-08-23T20:14:57.509" v="292" actId="20577"/>
          <ac:spMkLst>
            <pc:docMk/>
            <pc:sldMk cId="2691398294" sldId="289"/>
            <ac:spMk id="554" creationId="{00000000-0000-0000-0000-000000000000}"/>
          </ac:spMkLst>
        </pc:spChg>
        <pc:spChg chg="mod">
          <ac:chgData name="Callinan, Jeremy Patrick" userId="S::jpcst52@pitt.edu::05b16630-c484-475e-961c-c3ca0a9ffb3b" providerId="AD" clId="Web-{1E56CE70-01E7-7B1C-3914-032A1841FE76}" dt="2026-08-23T20:14:39.571" v="289" actId="20577"/>
          <ac:spMkLst>
            <pc:docMk/>
            <pc:sldMk cId="2691398294" sldId="289"/>
            <ac:spMk id="555" creationId="{00000000-0000-0000-0000-000000000000}"/>
          </ac:spMkLst>
        </pc:spChg>
        <pc:picChg chg="add">
          <ac:chgData name="Callinan, Jeremy Patrick" userId="S::jpcst52@pitt.edu::05b16630-c484-475e-961c-c3ca0a9ffb3b" providerId="AD" clId="Web-{1E56CE70-01E7-7B1C-3914-032A1841FE76}" dt="2026-08-23T20:09:13.220" v="168"/>
          <ac:picMkLst>
            <pc:docMk/>
            <pc:sldMk cId="2691398294" sldId="289"/>
            <ac:picMk id="3" creationId="{E7945D18-B341-03E4-CEAC-B814ABDE4164}"/>
          </ac:picMkLst>
        </pc:picChg>
        <pc:picChg chg="add">
          <ac:chgData name="Callinan, Jeremy Patrick" userId="S::jpcst52@pitt.edu::05b16630-c484-475e-961c-c3ca0a9ffb3b" providerId="AD" clId="Web-{1E56CE70-01E7-7B1C-3914-032A1841FE76}" dt="2026-08-23T20:09:13.251" v="169"/>
          <ac:picMkLst>
            <pc:docMk/>
            <pc:sldMk cId="2691398294" sldId="289"/>
            <ac:picMk id="5" creationId="{C1016693-D3C9-398F-4D6F-D0DA4C2B2F90}"/>
          </ac:picMkLst>
        </pc:picChg>
        <pc:picChg chg="mod">
          <ac:chgData name="Callinan, Jeremy Patrick" userId="S::jpcst52@pitt.edu::05b16630-c484-475e-961c-c3ca0a9ffb3b" providerId="AD" clId="Web-{1E56CE70-01E7-7B1C-3914-032A1841FE76}" dt="2026-08-23T20:14:14.852" v="261" actId="1076"/>
          <ac:picMkLst>
            <pc:docMk/>
            <pc:sldMk cId="2691398294" sldId="289"/>
            <ac:picMk id="556" creationId="{00000000-0000-0000-0000-000000000000}"/>
          </ac:picMkLst>
        </pc:picChg>
      </pc:sldChg>
      <pc:sldChg chg="addSp modSp new">
        <pc:chgData name="Callinan, Jeremy Patrick" userId="S::jpcst52@pitt.edu::05b16630-c484-475e-961c-c3ca0a9ffb3b" providerId="AD" clId="Web-{1E56CE70-01E7-7B1C-3914-032A1841FE76}" dt="2026-08-23T20:46:56.858" v="458" actId="1076"/>
        <pc:sldMkLst>
          <pc:docMk/>
          <pc:sldMk cId="1298127251" sldId="290"/>
        </pc:sldMkLst>
        <pc:spChg chg="mod">
          <ac:chgData name="Callinan, Jeremy Patrick" userId="S::jpcst52@pitt.edu::05b16630-c484-475e-961c-c3ca0a9ffb3b" providerId="AD" clId="Web-{1E56CE70-01E7-7B1C-3914-032A1841FE76}" dt="2026-08-23T20:15:42.198" v="319" actId="20577"/>
          <ac:spMkLst>
            <pc:docMk/>
            <pc:sldMk cId="1298127251" sldId="290"/>
            <ac:spMk id="2" creationId="{901134DA-432B-BDDA-5E1E-AF32E1D8EE1B}"/>
          </ac:spMkLst>
        </pc:spChg>
        <pc:spChg chg="mod">
          <ac:chgData name="Callinan, Jeremy Patrick" userId="S::jpcst52@pitt.edu::05b16630-c484-475e-961c-c3ca0a9ffb3b" providerId="AD" clId="Web-{1E56CE70-01E7-7B1C-3914-032A1841FE76}" dt="2026-08-23T20:17:02.496" v="386" actId="20577"/>
          <ac:spMkLst>
            <pc:docMk/>
            <pc:sldMk cId="1298127251" sldId="290"/>
            <ac:spMk id="3" creationId="{70A80EDD-FBF9-37D7-5BB0-4A6D6C7B7942}"/>
          </ac:spMkLst>
        </pc:spChg>
        <pc:picChg chg="add">
          <ac:chgData name="Callinan, Jeremy Patrick" userId="S::jpcst52@pitt.edu::05b16630-c484-475e-961c-c3ca0a9ffb3b" providerId="AD" clId="Web-{1E56CE70-01E7-7B1C-3914-032A1841FE76}" dt="2026-08-23T20:40:32.550" v="387"/>
          <ac:picMkLst>
            <pc:docMk/>
            <pc:sldMk cId="1298127251" sldId="290"/>
            <ac:picMk id="5" creationId="{8AAEE299-6EFC-768C-D420-E23DA7A6F052}"/>
          </ac:picMkLst>
        </pc:picChg>
        <pc:picChg chg="add">
          <ac:chgData name="Callinan, Jeremy Patrick" userId="S::jpcst52@pitt.edu::05b16630-c484-475e-961c-c3ca0a9ffb3b" providerId="AD" clId="Web-{1E56CE70-01E7-7B1C-3914-032A1841FE76}" dt="2026-08-23T20:40:32.581" v="388"/>
          <ac:picMkLst>
            <pc:docMk/>
            <pc:sldMk cId="1298127251" sldId="290"/>
            <ac:picMk id="7" creationId="{03211550-E402-031A-185A-B88DDA0868FD}"/>
          </ac:picMkLst>
        </pc:picChg>
        <pc:picChg chg="add mod modCrop">
          <ac:chgData name="Callinan, Jeremy Patrick" userId="S::jpcst52@pitt.edu::05b16630-c484-475e-961c-c3ca0a9ffb3b" providerId="AD" clId="Web-{1E56CE70-01E7-7B1C-3914-032A1841FE76}" dt="2026-08-23T20:44:02.400" v="416" actId="1076"/>
          <ac:picMkLst>
            <pc:docMk/>
            <pc:sldMk cId="1298127251" sldId="290"/>
            <ac:picMk id="8" creationId="{D3D4EC24-A667-4235-A7F0-54C234668499}"/>
          </ac:picMkLst>
        </pc:picChg>
        <pc:picChg chg="add mod modCrop">
          <ac:chgData name="Callinan, Jeremy Patrick" userId="S::jpcst52@pitt.edu::05b16630-c484-475e-961c-c3ca0a9ffb3b" providerId="AD" clId="Web-{1E56CE70-01E7-7B1C-3914-032A1841FE76}" dt="2026-08-23T20:44:03.165" v="417" actId="1076"/>
          <ac:picMkLst>
            <pc:docMk/>
            <pc:sldMk cId="1298127251" sldId="290"/>
            <ac:picMk id="9" creationId="{2BCC737A-008F-0917-D9CA-8E70EFD43269}"/>
          </ac:picMkLst>
        </pc:picChg>
        <pc:picChg chg="add mod modCrop">
          <ac:chgData name="Callinan, Jeremy Patrick" userId="S::jpcst52@pitt.edu::05b16630-c484-475e-961c-c3ca0a9ffb3b" providerId="AD" clId="Web-{1E56CE70-01E7-7B1C-3914-032A1841FE76}" dt="2026-08-23T20:44:07.791" v="420" actId="14100"/>
          <ac:picMkLst>
            <pc:docMk/>
            <pc:sldMk cId="1298127251" sldId="290"/>
            <ac:picMk id="10" creationId="{A7DFE408-D16B-C636-403D-8FBF379E0AEA}"/>
          </ac:picMkLst>
        </pc:picChg>
        <pc:picChg chg="add mod modCrop">
          <ac:chgData name="Callinan, Jeremy Patrick" userId="S::jpcst52@pitt.edu::05b16630-c484-475e-961c-c3ca0a9ffb3b" providerId="AD" clId="Web-{1E56CE70-01E7-7B1C-3914-032A1841FE76}" dt="2026-08-23T20:44:11.994" v="422" actId="1076"/>
          <ac:picMkLst>
            <pc:docMk/>
            <pc:sldMk cId="1298127251" sldId="290"/>
            <ac:picMk id="11" creationId="{61BD9A36-FC7A-FB36-2CD0-0D0FC18751D9}"/>
          </ac:picMkLst>
        </pc:picChg>
        <pc:picChg chg="add mod modCrop">
          <ac:chgData name="Callinan, Jeremy Patrick" userId="S::jpcst52@pitt.edu::05b16630-c484-475e-961c-c3ca0a9ffb3b" providerId="AD" clId="Web-{1E56CE70-01E7-7B1C-3914-032A1841FE76}" dt="2026-08-23T20:46:56.858" v="458" actId="1076"/>
          <ac:picMkLst>
            <pc:docMk/>
            <pc:sldMk cId="1298127251" sldId="290"/>
            <ac:picMk id="12" creationId="{3A5121C7-6D73-9D74-C108-A74EEEB59E0D}"/>
          </ac:picMkLst>
        </pc:picChg>
      </pc:sldChg>
      <pc:sldChg chg="addSp delSp modSp add replId">
        <pc:chgData name="Callinan, Jeremy Patrick" userId="S::jpcst52@pitt.edu::05b16630-c484-475e-961c-c3ca0a9ffb3b" providerId="AD" clId="Web-{1E56CE70-01E7-7B1C-3914-032A1841FE76}" dt="2026-08-23T20:49:00.456" v="504" actId="20577"/>
        <pc:sldMkLst>
          <pc:docMk/>
          <pc:sldMk cId="2382768051" sldId="291"/>
        </pc:sldMkLst>
        <pc:spChg chg="mod">
          <ac:chgData name="Callinan, Jeremy Patrick" userId="S::jpcst52@pitt.edu::05b16630-c484-475e-961c-c3ca0a9ffb3b" providerId="AD" clId="Web-{1E56CE70-01E7-7B1C-3914-032A1841FE76}" dt="2026-08-23T20:47:16.078" v="459" actId="14100"/>
          <ac:spMkLst>
            <pc:docMk/>
            <pc:sldMk cId="2382768051" sldId="291"/>
            <ac:spMk id="2" creationId="{B1B6C571-E1E7-EAFE-66A5-918D53C3FA4C}"/>
          </ac:spMkLst>
        </pc:spChg>
        <pc:spChg chg="mod">
          <ac:chgData name="Callinan, Jeremy Patrick" userId="S::jpcst52@pitt.edu::05b16630-c484-475e-961c-c3ca0a9ffb3b" providerId="AD" clId="Web-{1E56CE70-01E7-7B1C-3914-032A1841FE76}" dt="2026-08-23T20:49:00.456" v="504" actId="20577"/>
          <ac:spMkLst>
            <pc:docMk/>
            <pc:sldMk cId="2382768051" sldId="291"/>
            <ac:spMk id="4" creationId="{E24ACB20-B3D7-5C69-4AA9-0FA5C33FF1A3}"/>
          </ac:spMkLst>
        </pc:spChg>
        <pc:picChg chg="add mod modCrop">
          <ac:chgData name="Callinan, Jeremy Patrick" userId="S::jpcst52@pitt.edu::05b16630-c484-475e-961c-c3ca0a9ffb3b" providerId="AD" clId="Web-{1E56CE70-01E7-7B1C-3914-032A1841FE76}" dt="2026-08-23T20:47:38.563" v="473" actId="1076"/>
          <ac:picMkLst>
            <pc:docMk/>
            <pc:sldMk cId="2382768051" sldId="291"/>
            <ac:picMk id="5" creationId="{1854899B-9943-D000-FBB0-E2ADF3B2DCDC}"/>
          </ac:picMkLst>
        </pc:picChg>
        <pc:picChg chg="add mod modCrop">
          <ac:chgData name="Callinan, Jeremy Patrick" userId="S::jpcst52@pitt.edu::05b16630-c484-475e-961c-c3ca0a9ffb3b" providerId="AD" clId="Web-{1E56CE70-01E7-7B1C-3914-032A1841FE76}" dt="2026-08-23T20:47:32.078" v="469" actId="14100"/>
          <ac:picMkLst>
            <pc:docMk/>
            <pc:sldMk cId="2382768051" sldId="291"/>
            <ac:picMk id="6" creationId="{BB978F34-9AD9-899F-3207-0C0495C5E839}"/>
          </ac:picMkLst>
        </pc:picChg>
      </pc:sldChg>
      <pc:sldChg chg="modSp new">
        <pc:chgData name="Callinan, Jeremy Patrick" userId="S::jpcst52@pitt.edu::05b16630-c484-475e-961c-c3ca0a9ffb3b" providerId="AD" clId="Web-{1E56CE70-01E7-7B1C-3914-032A1841FE76}" dt="2026-08-23T20:49:31.004" v="523" actId="20577"/>
        <pc:sldMkLst>
          <pc:docMk/>
          <pc:sldMk cId="1378729449" sldId="292"/>
        </pc:sldMkLst>
        <pc:spChg chg="mod">
          <ac:chgData name="Callinan, Jeremy Patrick" userId="S::jpcst52@pitt.edu::05b16630-c484-475e-961c-c3ca0a9ffb3b" providerId="AD" clId="Web-{1E56CE70-01E7-7B1C-3914-032A1841FE76}" dt="2026-08-23T20:49:10.831" v="510" actId="20577"/>
          <ac:spMkLst>
            <pc:docMk/>
            <pc:sldMk cId="1378729449" sldId="292"/>
            <ac:spMk id="2" creationId="{E6526EFD-CC40-A111-9DC3-E8E4A8D6A1B5}"/>
          </ac:spMkLst>
        </pc:spChg>
        <pc:spChg chg="mod">
          <ac:chgData name="Callinan, Jeremy Patrick" userId="S::jpcst52@pitt.edu::05b16630-c484-475e-961c-c3ca0a9ffb3b" providerId="AD" clId="Web-{1E56CE70-01E7-7B1C-3914-032A1841FE76}" dt="2026-08-23T20:49:19.253" v="514" actId="20577"/>
          <ac:spMkLst>
            <pc:docMk/>
            <pc:sldMk cId="1378729449" sldId="292"/>
            <ac:spMk id="3" creationId="{AD20F863-2935-1699-2D7D-F5DA1DDEA6C8}"/>
          </ac:spMkLst>
        </pc:spChg>
        <pc:spChg chg="mod">
          <ac:chgData name="Callinan, Jeremy Patrick" userId="S::jpcst52@pitt.edu::05b16630-c484-475e-961c-c3ca0a9ffb3b" providerId="AD" clId="Web-{1E56CE70-01E7-7B1C-3914-032A1841FE76}" dt="2026-08-23T20:49:31.004" v="523" actId="20577"/>
          <ac:spMkLst>
            <pc:docMk/>
            <pc:sldMk cId="1378729449" sldId="292"/>
            <ac:spMk id="4" creationId="{17BE927A-B50C-1646-8228-61CBADB39285}"/>
          </ac:spMkLst>
        </pc:spChg>
      </pc:sldChg>
    </pc:docChg>
  </pc:docChgLst>
  <pc:docChgLst>
    <pc:chgData name="Callinan, Jeremy Patrick" userId="S::jpcst52@pitt.edu::05b16630-c484-475e-961c-c3ca0a9ffb3b" providerId="AD" clId="Web-{E2195D34-BCFA-815D-237E-16C07DE056B6}"/>
    <pc:docChg chg="modSld">
      <pc:chgData name="Callinan, Jeremy Patrick" userId="S::jpcst52@pitt.edu::05b16630-c484-475e-961c-c3ca0a9ffb3b" providerId="AD" clId="Web-{E2195D34-BCFA-815D-237E-16C07DE056B6}" dt="2026-08-25T02:42:01.419" v="14" actId="1076"/>
      <pc:docMkLst>
        <pc:docMk/>
      </pc:docMkLst>
      <pc:sldChg chg="addSp modSp">
        <pc:chgData name="Callinan, Jeremy Patrick" userId="S::jpcst52@pitt.edu::05b16630-c484-475e-961c-c3ca0a9ffb3b" providerId="AD" clId="Web-{E2195D34-BCFA-815D-237E-16C07DE056B6}" dt="2026-08-25T02:42:01.419" v="14" actId="1076"/>
        <pc:sldMkLst>
          <pc:docMk/>
          <pc:sldMk cId="0" sldId="274"/>
        </pc:sldMkLst>
        <pc:spChg chg="mod">
          <ac:chgData name="Callinan, Jeremy Patrick" userId="S::jpcst52@pitt.edu::05b16630-c484-475e-961c-c3ca0a9ffb3b" providerId="AD" clId="Web-{E2195D34-BCFA-815D-237E-16C07DE056B6}" dt="2026-08-25T02:42:01.419" v="14" actId="1076"/>
          <ac:spMkLst>
            <pc:docMk/>
            <pc:sldMk cId="0" sldId="274"/>
            <ac:spMk id="488" creationId="{00000000-0000-0000-0000-000000000000}"/>
          </ac:spMkLst>
        </pc:spChg>
        <pc:spChg chg="mod">
          <ac:chgData name="Callinan, Jeremy Patrick" userId="S::jpcst52@pitt.edu::05b16630-c484-475e-961c-c3ca0a9ffb3b" providerId="AD" clId="Web-{E2195D34-BCFA-815D-237E-16C07DE056B6}" dt="2026-08-25T02:41:59.263" v="13" actId="1076"/>
          <ac:spMkLst>
            <pc:docMk/>
            <pc:sldMk cId="0" sldId="274"/>
            <ac:spMk id="494" creationId="{00000000-0000-0000-0000-000000000000}"/>
          </ac:spMkLst>
        </pc:spChg>
        <pc:picChg chg="add">
          <ac:chgData name="Callinan, Jeremy Patrick" userId="S::jpcst52@pitt.edu::05b16630-c484-475e-961c-c3ca0a9ffb3b" providerId="AD" clId="Web-{E2195D34-BCFA-815D-237E-16C07DE056B6}" dt="2026-08-25T02:41:42.372" v="4"/>
          <ac:picMkLst>
            <pc:docMk/>
            <pc:sldMk cId="0" sldId="274"/>
            <ac:picMk id="4" creationId="{37FED1DB-AD89-9B6F-6E46-772611064045}"/>
          </ac:picMkLst>
        </pc:picChg>
      </pc:sldChg>
      <pc:sldChg chg="addSp">
        <pc:chgData name="Callinan, Jeremy Patrick" userId="S::jpcst52@pitt.edu::05b16630-c484-475e-961c-c3ca0a9ffb3b" providerId="AD" clId="Web-{E2195D34-BCFA-815D-237E-16C07DE056B6}" dt="2026-08-25T02:41:38.575" v="0"/>
        <pc:sldMkLst>
          <pc:docMk/>
          <pc:sldMk cId="797687090" sldId="284"/>
        </pc:sldMkLst>
        <pc:picChg chg="add">
          <ac:chgData name="Callinan, Jeremy Patrick" userId="S::jpcst52@pitt.edu::05b16630-c484-475e-961c-c3ca0a9ffb3b" providerId="AD" clId="Web-{E2195D34-BCFA-815D-237E-16C07DE056B6}" dt="2026-08-25T02:41:38.575" v="0"/>
          <ac:picMkLst>
            <pc:docMk/>
            <pc:sldMk cId="797687090" sldId="284"/>
            <ac:picMk id="6" creationId="{1B221C06-EC3C-F274-3011-BB9E28FE67DF}"/>
          </ac:picMkLst>
        </pc:picChg>
      </pc:sldChg>
      <pc:sldChg chg="addSp">
        <pc:chgData name="Callinan, Jeremy Patrick" userId="S::jpcst52@pitt.edu::05b16630-c484-475e-961c-c3ca0a9ffb3b" providerId="AD" clId="Web-{E2195D34-BCFA-815D-237E-16C07DE056B6}" dt="2026-08-25T02:41:40.294" v="1"/>
        <pc:sldMkLst>
          <pc:docMk/>
          <pc:sldMk cId="3878329349" sldId="286"/>
        </pc:sldMkLst>
        <pc:picChg chg="add">
          <ac:chgData name="Callinan, Jeremy Patrick" userId="S::jpcst52@pitt.edu::05b16630-c484-475e-961c-c3ca0a9ffb3b" providerId="AD" clId="Web-{E2195D34-BCFA-815D-237E-16C07DE056B6}" dt="2026-08-25T02:41:40.294" v="1"/>
          <ac:picMkLst>
            <pc:docMk/>
            <pc:sldMk cId="3878329349" sldId="286"/>
            <ac:picMk id="7" creationId="{F500C8B7-852B-A51E-78B8-00D0D41E90CD}"/>
          </ac:picMkLst>
        </pc:picChg>
      </pc:sldChg>
      <pc:sldChg chg="addSp">
        <pc:chgData name="Callinan, Jeremy Patrick" userId="S::jpcst52@pitt.edu::05b16630-c484-475e-961c-c3ca0a9ffb3b" providerId="AD" clId="Web-{E2195D34-BCFA-815D-237E-16C07DE056B6}" dt="2026-08-25T02:41:40.887" v="2"/>
        <pc:sldMkLst>
          <pc:docMk/>
          <pc:sldMk cId="2382768051" sldId="291"/>
        </pc:sldMkLst>
        <pc:picChg chg="add">
          <ac:chgData name="Callinan, Jeremy Patrick" userId="S::jpcst52@pitt.edu::05b16630-c484-475e-961c-c3ca0a9ffb3b" providerId="AD" clId="Web-{E2195D34-BCFA-815D-237E-16C07DE056B6}" dt="2026-08-25T02:41:40.887" v="2"/>
          <ac:picMkLst>
            <pc:docMk/>
            <pc:sldMk cId="2382768051" sldId="291"/>
            <ac:picMk id="7" creationId="{1EB4FE0F-385F-3A0E-5EA3-F81A3B0E0582}"/>
          </ac:picMkLst>
        </pc:picChg>
      </pc:sldChg>
      <pc:sldChg chg="addSp">
        <pc:chgData name="Callinan, Jeremy Patrick" userId="S::jpcst52@pitt.edu::05b16630-c484-475e-961c-c3ca0a9ffb3b" providerId="AD" clId="Web-{E2195D34-BCFA-815D-237E-16C07DE056B6}" dt="2026-08-25T02:41:41.544" v="3"/>
        <pc:sldMkLst>
          <pc:docMk/>
          <pc:sldMk cId="1378729449" sldId="292"/>
        </pc:sldMkLst>
        <pc:picChg chg="add">
          <ac:chgData name="Callinan, Jeremy Patrick" userId="S::jpcst52@pitt.edu::05b16630-c484-475e-961c-c3ca0a9ffb3b" providerId="AD" clId="Web-{E2195D34-BCFA-815D-237E-16C07DE056B6}" dt="2026-08-25T02:41:41.544" v="3"/>
          <ac:picMkLst>
            <pc:docMk/>
            <pc:sldMk cId="1378729449" sldId="292"/>
            <ac:picMk id="6" creationId="{BBE47284-1217-61CE-D503-69014C956C6A}"/>
          </ac:picMkLst>
        </pc:picChg>
      </pc:sldChg>
    </pc:docChg>
  </pc:docChgLst>
  <pc:docChgLst>
    <pc:chgData name="Callinan, Jeremy Patrick" userId="S::jpcst52@pitt.edu::05b16630-c484-475e-961c-c3ca0a9ffb3b" providerId="AD" clId="Web-{C4740B2B-4EDE-67BF-FB89-D9E56AB5EB66}"/>
    <pc:docChg chg="sldOrd">
      <pc:chgData name="Callinan, Jeremy Patrick" userId="S::jpcst52@pitt.edu::05b16630-c484-475e-961c-c3ca0a9ffb3b" providerId="AD" clId="Web-{C4740B2B-4EDE-67BF-FB89-D9E56AB5EB66}" dt="2026-08-26T11:58:46.259" v="0"/>
      <pc:docMkLst>
        <pc:docMk/>
      </pc:docMkLst>
      <pc:sldChg chg="ord">
        <pc:chgData name="Callinan, Jeremy Patrick" userId="S::jpcst52@pitt.edu::05b16630-c484-475e-961c-c3ca0a9ffb3b" providerId="AD" clId="Web-{C4740B2B-4EDE-67BF-FB89-D9E56AB5EB66}" dt="2026-08-26T11:58:46.259" v="0"/>
        <pc:sldMkLst>
          <pc:docMk/>
          <pc:sldMk cId="1298127251" sldId="290"/>
        </pc:sldMkLst>
      </pc:sldChg>
    </pc:docChg>
  </pc:docChgLst>
  <pc:docChgLst>
    <pc:chgData name="Callinan, Jeremy Patrick" userId="S::jpcst52@pitt.edu::05b16630-c484-475e-961c-c3ca0a9ffb3b" providerId="AD" clId="Web-{E458801B-E04F-C28A-CD51-DAA91B3BA649}"/>
    <pc:docChg chg="addSld delSld modSld">
      <pc:chgData name="Callinan, Jeremy Patrick" userId="S::jpcst52@pitt.edu::05b16630-c484-475e-961c-c3ca0a9ffb3b" providerId="AD" clId="Web-{E458801B-E04F-C28A-CD51-DAA91B3BA649}" dt="2026-08-23T19:38:45.297" v="207"/>
      <pc:docMkLst>
        <pc:docMk/>
      </pc:docMkLst>
      <pc:sldChg chg="addSp delSp modSp">
        <pc:chgData name="Callinan, Jeremy Patrick" userId="S::jpcst52@pitt.edu::05b16630-c484-475e-961c-c3ca0a9ffb3b" providerId="AD" clId="Web-{E458801B-E04F-C28A-CD51-DAA91B3BA649}" dt="2026-08-23T19:15:50.514" v="176" actId="14100"/>
        <pc:sldMkLst>
          <pc:docMk/>
          <pc:sldMk cId="2046805928" sldId="260"/>
        </pc:sldMkLst>
        <pc:spChg chg="mod">
          <ac:chgData name="Callinan, Jeremy Patrick" userId="S::jpcst52@pitt.edu::05b16630-c484-475e-961c-c3ca0a9ffb3b" providerId="AD" clId="Web-{E458801B-E04F-C28A-CD51-DAA91B3BA649}" dt="2026-08-23T19:15:50.514" v="176" actId="14100"/>
          <ac:spMkLst>
            <pc:docMk/>
            <pc:sldMk cId="2046805928" sldId="260"/>
            <ac:spMk id="2" creationId="{D0226CE2-9A53-147A-F402-901A1F0FE747}"/>
          </ac:spMkLst>
        </pc:spChg>
        <pc:spChg chg="mod">
          <ac:chgData name="Callinan, Jeremy Patrick" userId="S::jpcst52@pitt.edu::05b16630-c484-475e-961c-c3ca0a9ffb3b" providerId="AD" clId="Web-{E458801B-E04F-C28A-CD51-DAA91B3BA649}" dt="2026-08-23T19:14:41.605" v="164" actId="20577"/>
          <ac:spMkLst>
            <pc:docMk/>
            <pc:sldMk cId="2046805928" sldId="260"/>
            <ac:spMk id="3" creationId="{28497557-7017-4EFA-EEB6-C35B63C4A6FE}"/>
          </ac:spMkLst>
        </pc:spChg>
        <pc:picChg chg="add mod">
          <ac:chgData name="Callinan, Jeremy Patrick" userId="S::jpcst52@pitt.edu::05b16630-c484-475e-961c-c3ca0a9ffb3b" providerId="AD" clId="Web-{E458801B-E04F-C28A-CD51-DAA91B3BA649}" dt="2026-08-23T19:15:46.935" v="175" actId="1076"/>
          <ac:picMkLst>
            <pc:docMk/>
            <pc:sldMk cId="2046805928" sldId="260"/>
            <ac:picMk id="5" creationId="{D7AF63A1-380D-DB80-F1B9-EB2E0529FB40}"/>
          </ac:picMkLst>
        </pc:picChg>
      </pc:sldChg>
      <pc:sldChg chg="addSp modSp">
        <pc:chgData name="Callinan, Jeremy Patrick" userId="S::jpcst52@pitt.edu::05b16630-c484-475e-961c-c3ca0a9ffb3b" providerId="AD" clId="Web-{E458801B-E04F-C28A-CD51-DAA91B3BA649}" dt="2026-08-23T19:17:03.360" v="190" actId="20577"/>
        <pc:sldMkLst>
          <pc:docMk/>
          <pc:sldMk cId="4051860283" sldId="281"/>
        </pc:sldMkLst>
        <pc:spChg chg="mod">
          <ac:chgData name="Callinan, Jeremy Patrick" userId="S::jpcst52@pitt.edu::05b16630-c484-475e-961c-c3ca0a9ffb3b" providerId="AD" clId="Web-{E458801B-E04F-C28A-CD51-DAA91B3BA649}" dt="2026-08-23T19:17:03.360" v="190" actId="20577"/>
          <ac:spMkLst>
            <pc:docMk/>
            <pc:sldMk cId="4051860283" sldId="281"/>
            <ac:spMk id="3" creationId="{E9D87902-F436-557E-00D4-4B54CBEE3E5D}"/>
          </ac:spMkLst>
        </pc:spChg>
        <pc:spChg chg="add mod">
          <ac:chgData name="Callinan, Jeremy Patrick" userId="S::jpcst52@pitt.edu::05b16630-c484-475e-961c-c3ca0a9ffb3b" providerId="AD" clId="Web-{E458801B-E04F-C28A-CD51-DAA91B3BA649}" dt="2026-08-23T18:43:56.793" v="14"/>
          <ac:spMkLst>
            <pc:docMk/>
            <pc:sldMk cId="4051860283" sldId="281"/>
            <ac:spMk id="6" creationId="{DA164202-4922-6EE3-5FB6-93C3D91FE346}"/>
          </ac:spMkLst>
        </pc:spChg>
      </pc:sldChg>
      <pc:sldChg chg="modSp">
        <pc:chgData name="Callinan, Jeremy Patrick" userId="S::jpcst52@pitt.edu::05b16630-c484-475e-961c-c3ca0a9ffb3b" providerId="AD" clId="Web-{E458801B-E04F-C28A-CD51-DAA91B3BA649}" dt="2026-08-23T19:38:42.921" v="206" actId="20577"/>
        <pc:sldMkLst>
          <pc:docMk/>
          <pc:sldMk cId="797687090" sldId="284"/>
        </pc:sldMkLst>
        <pc:spChg chg="mod">
          <ac:chgData name="Callinan, Jeremy Patrick" userId="S::jpcst52@pitt.edu::05b16630-c484-475e-961c-c3ca0a9ffb3b" providerId="AD" clId="Web-{E458801B-E04F-C28A-CD51-DAA91B3BA649}" dt="2026-08-23T19:00:21.803" v="148" actId="20577"/>
          <ac:spMkLst>
            <pc:docMk/>
            <pc:sldMk cId="797687090" sldId="284"/>
            <ac:spMk id="2" creationId="{EE2BA7E4-A52E-90DF-410D-AF5B2B639D33}"/>
          </ac:spMkLst>
        </pc:spChg>
        <pc:spChg chg="mod">
          <ac:chgData name="Callinan, Jeremy Patrick" userId="S::jpcst52@pitt.edu::05b16630-c484-475e-961c-c3ca0a9ffb3b" providerId="AD" clId="Web-{E458801B-E04F-C28A-CD51-DAA91B3BA649}" dt="2026-08-23T19:38:42.921" v="206" actId="20577"/>
          <ac:spMkLst>
            <pc:docMk/>
            <pc:sldMk cId="797687090" sldId="284"/>
            <ac:spMk id="4" creationId="{C1E3FE64-12DD-1434-8316-9BC3C10ED93D}"/>
          </ac:spMkLst>
        </pc:spChg>
      </pc:sldChg>
      <pc:sldChg chg="modSp">
        <pc:chgData name="Callinan, Jeremy Patrick" userId="S::jpcst52@pitt.edu::05b16630-c484-475e-961c-c3ca0a9ffb3b" providerId="AD" clId="Web-{E458801B-E04F-C28A-CD51-DAA91B3BA649}" dt="2026-08-23T19:16:35.750" v="186" actId="20577"/>
        <pc:sldMkLst>
          <pc:docMk/>
          <pc:sldMk cId="84495353" sldId="285"/>
        </pc:sldMkLst>
        <pc:spChg chg="mod">
          <ac:chgData name="Callinan, Jeremy Patrick" userId="S::jpcst52@pitt.edu::05b16630-c484-475e-961c-c3ca0a9ffb3b" providerId="AD" clId="Web-{E458801B-E04F-C28A-CD51-DAA91B3BA649}" dt="2026-08-23T19:16:35.750" v="186" actId="20577"/>
          <ac:spMkLst>
            <pc:docMk/>
            <pc:sldMk cId="84495353" sldId="285"/>
            <ac:spMk id="3" creationId="{7311F23B-9391-BC99-EFE3-F28DB5680B08}"/>
          </ac:spMkLst>
        </pc:spChg>
      </pc:sldChg>
      <pc:sldChg chg="new">
        <pc:chgData name="Callinan, Jeremy Patrick" userId="S::jpcst52@pitt.edu::05b16630-c484-475e-961c-c3ca0a9ffb3b" providerId="AD" clId="Web-{E458801B-E04F-C28A-CD51-DAA91B3BA649}" dt="2026-08-23T19:38:45.297" v="207"/>
        <pc:sldMkLst>
          <pc:docMk/>
          <pc:sldMk cId="3878329349" sldId="286"/>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270EF9-EA07-458E-B170-0B91AABE7674}" type="doc">
      <dgm:prSet loTypeId="urn:microsoft.com/office/officeart/2018/2/layout/IconLabelList" loCatId="icon" qsTypeId="urn:microsoft.com/office/officeart/2005/8/quickstyle/simple1#1" qsCatId="simple" csTypeId="urn:microsoft.com/office/officeart/2005/8/colors/accent1_2#1" csCatId="accent1" phldr="1"/>
      <dgm:spPr/>
      <dgm:t>
        <a:bodyPr/>
        <a:lstStyle/>
        <a:p>
          <a:endParaRPr lang="en-US"/>
        </a:p>
      </dgm:t>
    </dgm:pt>
    <dgm:pt modelId="{3D37533C-8A93-49FC-9DA1-BD636F20302B}">
      <dgm:prSet/>
      <dgm:spPr/>
      <dgm:t>
        <a:bodyPr/>
        <a:lstStyle/>
        <a:p>
          <a:pPr>
            <a:lnSpc>
              <a:spcPct val="100000"/>
            </a:lnSpc>
          </a:pPr>
          <a:r>
            <a:rPr lang="en-US" dirty="0"/>
            <a:t>Syllabus</a:t>
          </a:r>
        </a:p>
      </dgm:t>
    </dgm:pt>
    <dgm:pt modelId="{C7A0BF5E-11DE-4CA4-9BA7-3E7BE8D4BA6A}" type="parTrans" cxnId="{750A04A0-4F49-4B16-ACC5-A84BB63BE7D3}">
      <dgm:prSet/>
      <dgm:spPr/>
      <dgm:t>
        <a:bodyPr/>
        <a:lstStyle/>
        <a:p>
          <a:endParaRPr lang="en-US"/>
        </a:p>
      </dgm:t>
    </dgm:pt>
    <dgm:pt modelId="{7C4B76B1-5459-4AA2-9492-6FEEEC8A3E0C}" type="sibTrans" cxnId="{750A04A0-4F49-4B16-ACC5-A84BB63BE7D3}">
      <dgm:prSet/>
      <dgm:spPr/>
      <dgm:t>
        <a:bodyPr/>
        <a:lstStyle/>
        <a:p>
          <a:endParaRPr lang="en-US"/>
        </a:p>
      </dgm:t>
    </dgm:pt>
    <dgm:pt modelId="{9BBB79CB-C3FA-4E76-871A-BCA54A28DED7}">
      <dgm:prSet/>
      <dgm:spPr/>
      <dgm:t>
        <a:bodyPr/>
        <a:lstStyle/>
        <a:p>
          <a:pPr>
            <a:lnSpc>
              <a:spcPct val="100000"/>
            </a:lnSpc>
          </a:pPr>
          <a:r>
            <a:rPr lang="en-US" dirty="0"/>
            <a:t>Development Setup</a:t>
          </a:r>
        </a:p>
      </dgm:t>
    </dgm:pt>
    <dgm:pt modelId="{1C2D3BF4-2B8E-4E82-BEFF-651BF4EE186B}" type="parTrans" cxnId="{C45D1F4F-BED0-41D3-A46B-2F074D2EDF3C}">
      <dgm:prSet/>
      <dgm:spPr/>
      <dgm:t>
        <a:bodyPr/>
        <a:lstStyle/>
        <a:p>
          <a:endParaRPr lang="en-US"/>
        </a:p>
      </dgm:t>
    </dgm:pt>
    <dgm:pt modelId="{A95048FB-23B6-40A4-9F61-3B78EAEC6AB1}" type="sibTrans" cxnId="{C45D1F4F-BED0-41D3-A46B-2F074D2EDF3C}">
      <dgm:prSet/>
      <dgm:spPr/>
      <dgm:t>
        <a:bodyPr/>
        <a:lstStyle/>
        <a:p>
          <a:endParaRPr lang="en-US"/>
        </a:p>
      </dgm:t>
    </dgm:pt>
    <dgm:pt modelId="{B445D02E-6F6A-437C-8966-58B539ECD5DB}">
      <dgm:prSet phldr="0"/>
      <dgm:spPr/>
      <dgm:t>
        <a:bodyPr/>
        <a:lstStyle/>
        <a:p>
          <a:pPr>
            <a:lnSpc>
              <a:spcPct val="100000"/>
            </a:lnSpc>
          </a:pPr>
          <a:r>
            <a:rPr lang="en-US" dirty="0">
              <a:latin typeface="Aptos Display" panose="020F0302020204030204"/>
            </a:rPr>
            <a:t>Intro to Unity</a:t>
          </a:r>
        </a:p>
      </dgm:t>
    </dgm:pt>
    <dgm:pt modelId="{98757A09-EE25-4E6C-AAE3-FDAB6FAA539F}" type="parTrans" cxnId="{359B901F-9FB3-49EE-A2D9-6E1FE68B1A26}">
      <dgm:prSet/>
      <dgm:spPr/>
    </dgm:pt>
    <dgm:pt modelId="{06704546-1F64-4BAD-BB14-718751B11ED9}" type="sibTrans" cxnId="{359B901F-9FB3-49EE-A2D9-6E1FE68B1A26}">
      <dgm:prSet/>
      <dgm:spPr/>
    </dgm:pt>
    <dgm:pt modelId="{F0098F76-81B6-4049-9F90-392CFAA22506}">
      <dgm:prSet phldr="0"/>
      <dgm:spPr/>
      <dgm:t>
        <a:bodyPr/>
        <a:lstStyle/>
        <a:p>
          <a:pPr>
            <a:lnSpc>
              <a:spcPct val="100000"/>
            </a:lnSpc>
          </a:pPr>
          <a:r>
            <a:rPr lang="en-US" dirty="0">
              <a:latin typeface="Aptos Display" panose="020F0302020204030204"/>
            </a:rPr>
            <a:t>Textbook</a:t>
          </a:r>
        </a:p>
      </dgm:t>
    </dgm:pt>
    <dgm:pt modelId="{B1511824-7C3D-4FBD-96E1-1EDE750A3693}" type="parTrans" cxnId="{84F5028E-10A0-4A43-B43A-C97377E5B9EF}">
      <dgm:prSet/>
      <dgm:spPr/>
    </dgm:pt>
    <dgm:pt modelId="{67032906-76F2-426D-A0F6-CD968241EF62}" type="sibTrans" cxnId="{84F5028E-10A0-4A43-B43A-C97377E5B9EF}">
      <dgm:prSet/>
      <dgm:spPr/>
    </dgm:pt>
    <dgm:pt modelId="{91B18F5F-2BD4-4860-B969-AC6A69C816D0}">
      <dgm:prSet phldr="0"/>
      <dgm:spPr/>
      <dgm:t>
        <a:bodyPr/>
        <a:lstStyle/>
        <a:p>
          <a:pPr>
            <a:lnSpc>
              <a:spcPct val="100000"/>
            </a:lnSpc>
          </a:pPr>
          <a:r>
            <a:rPr lang="en-US" dirty="0">
              <a:latin typeface="Aptos Display" panose="020F0302020204030204"/>
            </a:rPr>
            <a:t>Weekly Plan &amp; Final Project</a:t>
          </a:r>
        </a:p>
      </dgm:t>
    </dgm:pt>
    <dgm:pt modelId="{3E8EC58E-A317-4AA4-A949-01A6A4217AC4}" type="parTrans" cxnId="{039CD766-224B-4D38-8B9A-737D1FCC8527}">
      <dgm:prSet/>
      <dgm:spPr/>
    </dgm:pt>
    <dgm:pt modelId="{DB760161-7250-4587-8C9F-DCC865E7E0B0}" type="sibTrans" cxnId="{039CD766-224B-4D38-8B9A-737D1FCC8527}">
      <dgm:prSet/>
      <dgm:spPr/>
    </dgm:pt>
    <dgm:pt modelId="{4397088B-6BC7-4293-9319-6CA6AF795023}">
      <dgm:prSet phldr="0"/>
      <dgm:spPr/>
      <dgm:t>
        <a:bodyPr/>
        <a:lstStyle/>
        <a:p>
          <a:pPr>
            <a:lnSpc>
              <a:spcPct val="100000"/>
            </a:lnSpc>
          </a:pPr>
          <a:r>
            <a:rPr lang="en-US" dirty="0">
              <a:latin typeface="Aptos Display" panose="020F0302020204030204"/>
            </a:rPr>
            <a:t>Events</a:t>
          </a:r>
        </a:p>
      </dgm:t>
    </dgm:pt>
    <dgm:pt modelId="{4B606589-9940-46A8-A684-F2A01AF3D046}" type="parTrans" cxnId="{881FE168-097B-4057-BA27-1B02D0E27F18}">
      <dgm:prSet/>
      <dgm:spPr/>
    </dgm:pt>
    <dgm:pt modelId="{0A45E7BC-0DA6-4996-9EFF-EF5432670660}" type="sibTrans" cxnId="{881FE168-097B-4057-BA27-1B02D0E27F18}">
      <dgm:prSet/>
      <dgm:spPr/>
    </dgm:pt>
    <dgm:pt modelId="{12528CC7-5D5A-42AF-A02E-0A3160FF06AD}">
      <dgm:prSet phldr="0"/>
      <dgm:spPr/>
      <dgm:t>
        <a:bodyPr/>
        <a:lstStyle/>
        <a:p>
          <a:pPr rtl="0">
            <a:lnSpc>
              <a:spcPct val="100000"/>
            </a:lnSpc>
          </a:pPr>
          <a:r>
            <a:rPr lang="en-US" dirty="0">
              <a:latin typeface="Aptos Display" panose="020F0302020204030204"/>
            </a:rPr>
            <a:t>VR Lab</a:t>
          </a:r>
        </a:p>
      </dgm:t>
    </dgm:pt>
    <dgm:pt modelId="{FECF03E5-3480-4813-9100-D49D28B65177}" type="parTrans" cxnId="{99B62122-F843-4EAF-A8B1-9EDDC087A096}">
      <dgm:prSet/>
      <dgm:spPr/>
    </dgm:pt>
    <dgm:pt modelId="{8D8BFD66-328A-4541-9829-D7A4D6402A0E}" type="sibTrans" cxnId="{99B62122-F843-4EAF-A8B1-9EDDC087A096}">
      <dgm:prSet/>
      <dgm:spPr/>
    </dgm:pt>
    <dgm:pt modelId="{4908596C-A745-4FF9-9AA8-89C60913BE7E}" type="pres">
      <dgm:prSet presAssocID="{5F270EF9-EA07-458E-B170-0B91AABE7674}" presName="root" presStyleCnt="0">
        <dgm:presLayoutVars>
          <dgm:dir/>
          <dgm:resizeHandles val="exact"/>
        </dgm:presLayoutVars>
      </dgm:prSet>
      <dgm:spPr/>
    </dgm:pt>
    <dgm:pt modelId="{66E38762-C626-40B6-A008-C3758CED3465}" type="pres">
      <dgm:prSet presAssocID="{12528CC7-5D5A-42AF-A02E-0A3160FF06AD}" presName="compNode" presStyleCnt="0"/>
      <dgm:spPr/>
    </dgm:pt>
    <dgm:pt modelId="{94B8EA71-451A-467C-836B-5C9C80E8ABB2}" type="pres">
      <dgm:prSet presAssocID="{12528CC7-5D5A-42AF-A02E-0A3160FF06AD}" presName="iconRect" presStyleLbl="node1" presStyleIdx="0" presStyleCnt="7"/>
      <dgm:spPr>
        <a:blipFill>
          <a:blip xmlns:r="http://schemas.openxmlformats.org/officeDocument/2006/relationships">
            <a:extLs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omputer outline"/>
        </a:ext>
      </dgm:extLst>
    </dgm:pt>
    <dgm:pt modelId="{CFFE3BFD-292D-4B66-BD77-7052E19508C6}" type="pres">
      <dgm:prSet presAssocID="{12528CC7-5D5A-42AF-A02E-0A3160FF06AD}" presName="spaceRect" presStyleCnt="0"/>
      <dgm:spPr/>
    </dgm:pt>
    <dgm:pt modelId="{E6C7071F-4727-42D4-BB93-B96119E7093B}" type="pres">
      <dgm:prSet presAssocID="{12528CC7-5D5A-42AF-A02E-0A3160FF06AD}" presName="textRect" presStyleLbl="revTx" presStyleIdx="0" presStyleCnt="7">
        <dgm:presLayoutVars>
          <dgm:chMax val="1"/>
          <dgm:chPref val="1"/>
        </dgm:presLayoutVars>
      </dgm:prSet>
      <dgm:spPr/>
    </dgm:pt>
    <dgm:pt modelId="{3DB8EA07-9490-4DE7-ABC9-9169587BC84E}" type="pres">
      <dgm:prSet presAssocID="{8D8BFD66-328A-4541-9829-D7A4D6402A0E}" presName="sibTrans" presStyleCnt="0"/>
      <dgm:spPr/>
    </dgm:pt>
    <dgm:pt modelId="{8C1CA2CE-EE4F-4A43-A21F-C254DFDBBA24}" type="pres">
      <dgm:prSet presAssocID="{3D37533C-8A93-49FC-9DA1-BD636F20302B}" presName="compNode" presStyleCnt="0"/>
      <dgm:spPr/>
    </dgm:pt>
    <dgm:pt modelId="{F25838E7-4564-44C2-BD9B-9329DCD944FE}" type="pres">
      <dgm:prSet presAssocID="{3D37533C-8A93-49FC-9DA1-BD636F20302B}"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a:ext>
      </dgm:extLst>
    </dgm:pt>
    <dgm:pt modelId="{56BA8CDE-2D09-4963-A4A2-24DB3DADA983}" type="pres">
      <dgm:prSet presAssocID="{3D37533C-8A93-49FC-9DA1-BD636F20302B}" presName="spaceRect" presStyleCnt="0"/>
      <dgm:spPr/>
    </dgm:pt>
    <dgm:pt modelId="{26794391-8DE1-40E8-8911-E20B6531B18F}" type="pres">
      <dgm:prSet presAssocID="{3D37533C-8A93-49FC-9DA1-BD636F20302B}" presName="textRect" presStyleLbl="revTx" presStyleIdx="1" presStyleCnt="7">
        <dgm:presLayoutVars>
          <dgm:chMax val="1"/>
          <dgm:chPref val="1"/>
        </dgm:presLayoutVars>
      </dgm:prSet>
      <dgm:spPr/>
    </dgm:pt>
    <dgm:pt modelId="{45C51F87-0A1B-4121-B2EC-06EA8F011B18}" type="pres">
      <dgm:prSet presAssocID="{7C4B76B1-5459-4AA2-9492-6FEEEC8A3E0C}" presName="sibTrans" presStyleCnt="0"/>
      <dgm:spPr/>
    </dgm:pt>
    <dgm:pt modelId="{BC20412A-2CAC-4DA3-8F0D-97AF15A98284}" type="pres">
      <dgm:prSet presAssocID="{91B18F5F-2BD4-4860-B969-AC6A69C816D0}" presName="compNode" presStyleCnt="0"/>
      <dgm:spPr/>
    </dgm:pt>
    <dgm:pt modelId="{E2B42050-10DA-433E-99D0-9097F45BBF03}" type="pres">
      <dgm:prSet presAssocID="{91B18F5F-2BD4-4860-B969-AC6A69C816D0}" presName="iconRect" presStyleLbl="node1" presStyleIdx="2" presStyleCnt="7"/>
      <dgm:spPr>
        <a:blipFill>
          <a:blip xmlns:r="http://schemas.openxmlformats.org/officeDocument/2006/relationships">
            <a:extLs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graph with upward trend with solid fill"/>
        </a:ext>
      </dgm:extLst>
    </dgm:pt>
    <dgm:pt modelId="{EFAAEF31-C7E5-412B-90A8-B1128957AB82}" type="pres">
      <dgm:prSet presAssocID="{91B18F5F-2BD4-4860-B969-AC6A69C816D0}" presName="spaceRect" presStyleCnt="0"/>
      <dgm:spPr/>
    </dgm:pt>
    <dgm:pt modelId="{53925E49-58F5-4079-825F-D4FE8F1DCC6E}" type="pres">
      <dgm:prSet presAssocID="{91B18F5F-2BD4-4860-B969-AC6A69C816D0}" presName="textRect" presStyleLbl="revTx" presStyleIdx="2" presStyleCnt="7">
        <dgm:presLayoutVars>
          <dgm:chMax val="1"/>
          <dgm:chPref val="1"/>
        </dgm:presLayoutVars>
      </dgm:prSet>
      <dgm:spPr/>
    </dgm:pt>
    <dgm:pt modelId="{BC6118E5-BEDB-4C2C-9041-2BE13D289373}" type="pres">
      <dgm:prSet presAssocID="{DB760161-7250-4587-8C9F-DCC865E7E0B0}" presName="sibTrans" presStyleCnt="0"/>
      <dgm:spPr/>
    </dgm:pt>
    <dgm:pt modelId="{FB650B35-0B03-464D-A65D-20F8B7B84702}" type="pres">
      <dgm:prSet presAssocID="{9BBB79CB-C3FA-4E76-871A-BCA54A28DED7}" presName="compNode" presStyleCnt="0"/>
      <dgm:spPr/>
    </dgm:pt>
    <dgm:pt modelId="{110D17B0-D379-4DB9-BAF2-668ABF53C786}" type="pres">
      <dgm:prSet presAssocID="{9BBB79CB-C3FA-4E76-871A-BCA54A28DED7}"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32F7B3D0-04E5-4FFB-95BF-74F43C341571}" type="pres">
      <dgm:prSet presAssocID="{9BBB79CB-C3FA-4E76-871A-BCA54A28DED7}" presName="spaceRect" presStyleCnt="0"/>
      <dgm:spPr/>
    </dgm:pt>
    <dgm:pt modelId="{CFF1A33C-CFCB-494A-8C5D-5C2B27FC7926}" type="pres">
      <dgm:prSet presAssocID="{9BBB79CB-C3FA-4E76-871A-BCA54A28DED7}" presName="textRect" presStyleLbl="revTx" presStyleIdx="3" presStyleCnt="7">
        <dgm:presLayoutVars>
          <dgm:chMax val="1"/>
          <dgm:chPref val="1"/>
        </dgm:presLayoutVars>
      </dgm:prSet>
      <dgm:spPr/>
    </dgm:pt>
    <dgm:pt modelId="{3B972ABD-6E4D-48A5-AD6A-552FA9C1BB0E}" type="pres">
      <dgm:prSet presAssocID="{A95048FB-23B6-40A4-9F61-3B78EAEC6AB1}" presName="sibTrans" presStyleCnt="0"/>
      <dgm:spPr/>
    </dgm:pt>
    <dgm:pt modelId="{542E24FA-55C2-42E9-A5F9-A7BED22E5160}" type="pres">
      <dgm:prSet presAssocID="{F0098F76-81B6-4049-9F90-392CFAA22506}" presName="compNode" presStyleCnt="0"/>
      <dgm:spPr/>
    </dgm:pt>
    <dgm:pt modelId="{93787EA9-DB35-4925-9702-798E96E8B5BE}" type="pres">
      <dgm:prSet presAssocID="{F0098F76-81B6-4049-9F90-392CFAA22506}" presName="iconRect" presStyleLbl="node1" presStyleIdx="4" presStyleCnt="7"/>
      <dgm:spPr>
        <a:blipFill>
          <a:blip xmlns:r="http://schemas.openxmlformats.org/officeDocument/2006/relationships">
            <a:extLs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Open book with solid fill"/>
        </a:ext>
      </dgm:extLst>
    </dgm:pt>
    <dgm:pt modelId="{4D52AC74-020E-4DAE-BD5F-41E111FAAA45}" type="pres">
      <dgm:prSet presAssocID="{F0098F76-81B6-4049-9F90-392CFAA22506}" presName="spaceRect" presStyleCnt="0"/>
      <dgm:spPr/>
    </dgm:pt>
    <dgm:pt modelId="{FCD6DA1D-0978-4D6C-A3A4-17993FF522E0}" type="pres">
      <dgm:prSet presAssocID="{F0098F76-81B6-4049-9F90-392CFAA22506}" presName="textRect" presStyleLbl="revTx" presStyleIdx="4" presStyleCnt="7">
        <dgm:presLayoutVars>
          <dgm:chMax val="1"/>
          <dgm:chPref val="1"/>
        </dgm:presLayoutVars>
      </dgm:prSet>
      <dgm:spPr/>
    </dgm:pt>
    <dgm:pt modelId="{580700DC-C5AB-418B-9816-38786465CA59}" type="pres">
      <dgm:prSet presAssocID="{67032906-76F2-426D-A0F6-CD968241EF62}" presName="sibTrans" presStyleCnt="0"/>
      <dgm:spPr/>
    </dgm:pt>
    <dgm:pt modelId="{7212F7EC-BF12-4060-9D64-90DCE54DBE88}" type="pres">
      <dgm:prSet presAssocID="{B445D02E-6F6A-437C-8966-58B539ECD5DB}" presName="compNode" presStyleCnt="0"/>
      <dgm:spPr/>
    </dgm:pt>
    <dgm:pt modelId="{93B70557-A5C9-48F1-85F0-E3BEE1DE43EE}" type="pres">
      <dgm:prSet presAssocID="{B445D02E-6F6A-437C-8966-58B539ECD5DB}" presName="iconRect" presStyleLbl="node1" presStyleIdx="5" presStyleCnt="7"/>
      <dgm:spPr>
        <a:blipFill>
          <a:blip xmlns:r="http://schemas.openxmlformats.org/officeDocument/2006/relationships">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llustrator with solid fill"/>
        </a:ext>
      </dgm:extLst>
    </dgm:pt>
    <dgm:pt modelId="{167EE8B7-3EAF-4D1F-B012-303AF27892A8}" type="pres">
      <dgm:prSet presAssocID="{B445D02E-6F6A-437C-8966-58B539ECD5DB}" presName="spaceRect" presStyleCnt="0"/>
      <dgm:spPr/>
    </dgm:pt>
    <dgm:pt modelId="{DEA41755-E1CF-41AB-B6AD-0109493C9730}" type="pres">
      <dgm:prSet presAssocID="{B445D02E-6F6A-437C-8966-58B539ECD5DB}" presName="textRect" presStyleLbl="revTx" presStyleIdx="5" presStyleCnt="7">
        <dgm:presLayoutVars>
          <dgm:chMax val="1"/>
          <dgm:chPref val="1"/>
        </dgm:presLayoutVars>
      </dgm:prSet>
      <dgm:spPr/>
    </dgm:pt>
    <dgm:pt modelId="{21391407-B5B0-4B38-9CA7-D8ACAC062FCB}" type="pres">
      <dgm:prSet presAssocID="{06704546-1F64-4BAD-BB14-718751B11ED9}" presName="sibTrans" presStyleCnt="0"/>
      <dgm:spPr/>
    </dgm:pt>
    <dgm:pt modelId="{F44CF374-B129-4A8A-AC5F-79D3079327FF}" type="pres">
      <dgm:prSet presAssocID="{4397088B-6BC7-4293-9319-6CA6AF795023}" presName="compNode" presStyleCnt="0"/>
      <dgm:spPr/>
    </dgm:pt>
    <dgm:pt modelId="{03A05A4D-2D08-4EE3-A90E-2882A4DEFA1C}" type="pres">
      <dgm:prSet presAssocID="{4397088B-6BC7-4293-9319-6CA6AF795023}" presName="iconRect" presStyleLbl="node1" presStyleIdx="6" presStyleCnt="7"/>
      <dgm:spPr>
        <a:blipFill>
          <a:blip xmlns:r="http://schemas.openxmlformats.org/officeDocument/2006/relationships">
            <a:extLs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3d Glasses outline"/>
        </a:ext>
      </dgm:extLst>
    </dgm:pt>
    <dgm:pt modelId="{7231B103-0F51-4E5B-A74E-33713902C1FF}" type="pres">
      <dgm:prSet presAssocID="{4397088B-6BC7-4293-9319-6CA6AF795023}" presName="spaceRect" presStyleCnt="0"/>
      <dgm:spPr/>
    </dgm:pt>
    <dgm:pt modelId="{8670533E-A5DF-446E-901B-0BF08A6C1D63}" type="pres">
      <dgm:prSet presAssocID="{4397088B-6BC7-4293-9319-6CA6AF795023}" presName="textRect" presStyleLbl="revTx" presStyleIdx="6" presStyleCnt="7">
        <dgm:presLayoutVars>
          <dgm:chMax val="1"/>
          <dgm:chPref val="1"/>
        </dgm:presLayoutVars>
      </dgm:prSet>
      <dgm:spPr/>
    </dgm:pt>
  </dgm:ptLst>
  <dgm:cxnLst>
    <dgm:cxn modelId="{89162C12-D55D-47CA-B045-291EDEE1C04F}" type="presOf" srcId="{12528CC7-5D5A-42AF-A02E-0A3160FF06AD}" destId="{E6C7071F-4727-42D4-BB93-B96119E7093B}" srcOrd="0" destOrd="0" presId="urn:microsoft.com/office/officeart/2018/2/layout/IconLabelList"/>
    <dgm:cxn modelId="{359B901F-9FB3-49EE-A2D9-6E1FE68B1A26}" srcId="{5F270EF9-EA07-458E-B170-0B91AABE7674}" destId="{B445D02E-6F6A-437C-8966-58B539ECD5DB}" srcOrd="5" destOrd="0" parTransId="{98757A09-EE25-4E6C-AAE3-FDAB6FAA539F}" sibTransId="{06704546-1F64-4BAD-BB14-718751B11ED9}"/>
    <dgm:cxn modelId="{99B62122-F843-4EAF-A8B1-9EDDC087A096}" srcId="{5F270EF9-EA07-458E-B170-0B91AABE7674}" destId="{12528CC7-5D5A-42AF-A02E-0A3160FF06AD}" srcOrd="0" destOrd="0" parTransId="{FECF03E5-3480-4813-9100-D49D28B65177}" sibTransId="{8D8BFD66-328A-4541-9829-D7A4D6402A0E}"/>
    <dgm:cxn modelId="{9BE2553E-F3A0-4D6F-A183-8F8349CA2B2A}" type="presOf" srcId="{4397088B-6BC7-4293-9319-6CA6AF795023}" destId="{8670533E-A5DF-446E-901B-0BF08A6C1D63}" srcOrd="0" destOrd="0" presId="urn:microsoft.com/office/officeart/2018/2/layout/IconLabelList"/>
    <dgm:cxn modelId="{7B6A9A41-172C-4645-90E2-31F699C2AE52}" type="presOf" srcId="{9BBB79CB-C3FA-4E76-871A-BCA54A28DED7}" destId="{CFF1A33C-CFCB-494A-8C5D-5C2B27FC7926}" srcOrd="0" destOrd="0" presId="urn:microsoft.com/office/officeart/2018/2/layout/IconLabelList"/>
    <dgm:cxn modelId="{039CD766-224B-4D38-8B9A-737D1FCC8527}" srcId="{5F270EF9-EA07-458E-B170-0B91AABE7674}" destId="{91B18F5F-2BD4-4860-B969-AC6A69C816D0}" srcOrd="2" destOrd="0" parTransId="{3E8EC58E-A317-4AA4-A949-01A6A4217AC4}" sibTransId="{DB760161-7250-4587-8C9F-DCC865E7E0B0}"/>
    <dgm:cxn modelId="{881FE168-097B-4057-BA27-1B02D0E27F18}" srcId="{5F270EF9-EA07-458E-B170-0B91AABE7674}" destId="{4397088B-6BC7-4293-9319-6CA6AF795023}" srcOrd="6" destOrd="0" parTransId="{4B606589-9940-46A8-A684-F2A01AF3D046}" sibTransId="{0A45E7BC-0DA6-4996-9EFF-EF5432670660}"/>
    <dgm:cxn modelId="{C45D1F4F-BED0-41D3-A46B-2F074D2EDF3C}" srcId="{5F270EF9-EA07-458E-B170-0B91AABE7674}" destId="{9BBB79CB-C3FA-4E76-871A-BCA54A28DED7}" srcOrd="3" destOrd="0" parTransId="{1C2D3BF4-2B8E-4E82-BEFF-651BF4EE186B}" sibTransId="{A95048FB-23B6-40A4-9F61-3B78EAEC6AB1}"/>
    <dgm:cxn modelId="{07068771-5F6F-4727-9AF9-C088BC8901A1}" type="presOf" srcId="{3D37533C-8A93-49FC-9DA1-BD636F20302B}" destId="{26794391-8DE1-40E8-8911-E20B6531B18F}" srcOrd="0" destOrd="0" presId="urn:microsoft.com/office/officeart/2018/2/layout/IconLabelList"/>
    <dgm:cxn modelId="{47F40E53-1E9C-449E-91AE-EEAF93963ADC}" type="presOf" srcId="{B445D02E-6F6A-437C-8966-58B539ECD5DB}" destId="{DEA41755-E1CF-41AB-B6AD-0109493C9730}" srcOrd="0" destOrd="0" presId="urn:microsoft.com/office/officeart/2018/2/layout/IconLabelList"/>
    <dgm:cxn modelId="{AB155C7F-67FB-4133-9A6E-A5F86A8223DE}" type="presOf" srcId="{F0098F76-81B6-4049-9F90-392CFAA22506}" destId="{FCD6DA1D-0978-4D6C-A3A4-17993FF522E0}" srcOrd="0" destOrd="0" presId="urn:microsoft.com/office/officeart/2018/2/layout/IconLabelList"/>
    <dgm:cxn modelId="{9C16718B-B238-4385-A17D-905E5DC29683}" type="presOf" srcId="{91B18F5F-2BD4-4860-B969-AC6A69C816D0}" destId="{53925E49-58F5-4079-825F-D4FE8F1DCC6E}" srcOrd="0" destOrd="0" presId="urn:microsoft.com/office/officeart/2018/2/layout/IconLabelList"/>
    <dgm:cxn modelId="{84F5028E-10A0-4A43-B43A-C97377E5B9EF}" srcId="{5F270EF9-EA07-458E-B170-0B91AABE7674}" destId="{F0098F76-81B6-4049-9F90-392CFAA22506}" srcOrd="4" destOrd="0" parTransId="{B1511824-7C3D-4FBD-96E1-1EDE750A3693}" sibTransId="{67032906-76F2-426D-A0F6-CD968241EF62}"/>
    <dgm:cxn modelId="{E2C2049E-4488-4B3A-8F74-C2CAAC9136E8}" type="presOf" srcId="{5F270EF9-EA07-458E-B170-0B91AABE7674}" destId="{4908596C-A745-4FF9-9AA8-89C60913BE7E}" srcOrd="0" destOrd="0" presId="urn:microsoft.com/office/officeart/2018/2/layout/IconLabelList"/>
    <dgm:cxn modelId="{750A04A0-4F49-4B16-ACC5-A84BB63BE7D3}" srcId="{5F270EF9-EA07-458E-B170-0B91AABE7674}" destId="{3D37533C-8A93-49FC-9DA1-BD636F20302B}" srcOrd="1" destOrd="0" parTransId="{C7A0BF5E-11DE-4CA4-9BA7-3E7BE8D4BA6A}" sibTransId="{7C4B76B1-5459-4AA2-9492-6FEEEC8A3E0C}"/>
    <dgm:cxn modelId="{09A58316-DA84-496E-965A-2233303E47BA}" type="presParOf" srcId="{4908596C-A745-4FF9-9AA8-89C60913BE7E}" destId="{66E38762-C626-40B6-A008-C3758CED3465}" srcOrd="0" destOrd="0" presId="urn:microsoft.com/office/officeart/2018/2/layout/IconLabelList"/>
    <dgm:cxn modelId="{8D4A043E-CE2C-4627-84C9-52AFD353EA09}" type="presParOf" srcId="{66E38762-C626-40B6-A008-C3758CED3465}" destId="{94B8EA71-451A-467C-836B-5C9C80E8ABB2}" srcOrd="0" destOrd="0" presId="urn:microsoft.com/office/officeart/2018/2/layout/IconLabelList"/>
    <dgm:cxn modelId="{41E48470-8BD3-4560-B4B5-2BA2F2CCC405}" type="presParOf" srcId="{66E38762-C626-40B6-A008-C3758CED3465}" destId="{CFFE3BFD-292D-4B66-BD77-7052E19508C6}" srcOrd="1" destOrd="0" presId="urn:microsoft.com/office/officeart/2018/2/layout/IconLabelList"/>
    <dgm:cxn modelId="{AF10AB3D-B643-456D-ACCC-2FDDE1928880}" type="presParOf" srcId="{66E38762-C626-40B6-A008-C3758CED3465}" destId="{E6C7071F-4727-42D4-BB93-B96119E7093B}" srcOrd="2" destOrd="0" presId="urn:microsoft.com/office/officeart/2018/2/layout/IconLabelList"/>
    <dgm:cxn modelId="{ED6EBA35-763C-44A7-B3AF-ABA70BD98400}" type="presParOf" srcId="{4908596C-A745-4FF9-9AA8-89C60913BE7E}" destId="{3DB8EA07-9490-4DE7-ABC9-9169587BC84E}" srcOrd="1" destOrd="0" presId="urn:microsoft.com/office/officeart/2018/2/layout/IconLabelList"/>
    <dgm:cxn modelId="{E3C99097-E928-44F1-AB0E-EEE255CD73DA}" type="presParOf" srcId="{4908596C-A745-4FF9-9AA8-89C60913BE7E}" destId="{8C1CA2CE-EE4F-4A43-A21F-C254DFDBBA24}" srcOrd="2" destOrd="0" presId="urn:microsoft.com/office/officeart/2018/2/layout/IconLabelList"/>
    <dgm:cxn modelId="{83B26300-ABAC-4F4D-9F90-3023DCB07344}" type="presParOf" srcId="{8C1CA2CE-EE4F-4A43-A21F-C254DFDBBA24}" destId="{F25838E7-4564-44C2-BD9B-9329DCD944FE}" srcOrd="0" destOrd="0" presId="urn:microsoft.com/office/officeart/2018/2/layout/IconLabelList"/>
    <dgm:cxn modelId="{A3B2F6D2-9617-4288-9C7D-207B34E4DDDF}" type="presParOf" srcId="{8C1CA2CE-EE4F-4A43-A21F-C254DFDBBA24}" destId="{56BA8CDE-2D09-4963-A4A2-24DB3DADA983}" srcOrd="1" destOrd="0" presId="urn:microsoft.com/office/officeart/2018/2/layout/IconLabelList"/>
    <dgm:cxn modelId="{0A2A065D-C5CF-4E9B-BF9F-49845772D29F}" type="presParOf" srcId="{8C1CA2CE-EE4F-4A43-A21F-C254DFDBBA24}" destId="{26794391-8DE1-40E8-8911-E20B6531B18F}" srcOrd="2" destOrd="0" presId="urn:microsoft.com/office/officeart/2018/2/layout/IconLabelList"/>
    <dgm:cxn modelId="{FAD55FAE-F5E9-482F-9025-BF292960DDA0}" type="presParOf" srcId="{4908596C-A745-4FF9-9AA8-89C60913BE7E}" destId="{45C51F87-0A1B-4121-B2EC-06EA8F011B18}" srcOrd="3" destOrd="0" presId="urn:microsoft.com/office/officeart/2018/2/layout/IconLabelList"/>
    <dgm:cxn modelId="{7A9449EA-E527-4889-93DA-4CF1C346549C}" type="presParOf" srcId="{4908596C-A745-4FF9-9AA8-89C60913BE7E}" destId="{BC20412A-2CAC-4DA3-8F0D-97AF15A98284}" srcOrd="4" destOrd="0" presId="urn:microsoft.com/office/officeart/2018/2/layout/IconLabelList"/>
    <dgm:cxn modelId="{F202AECC-0A69-408A-B6AE-45675537969A}" type="presParOf" srcId="{BC20412A-2CAC-4DA3-8F0D-97AF15A98284}" destId="{E2B42050-10DA-433E-99D0-9097F45BBF03}" srcOrd="0" destOrd="0" presId="urn:microsoft.com/office/officeart/2018/2/layout/IconLabelList"/>
    <dgm:cxn modelId="{E49E9DD4-A17A-4979-9DC5-FD61F1537A48}" type="presParOf" srcId="{BC20412A-2CAC-4DA3-8F0D-97AF15A98284}" destId="{EFAAEF31-C7E5-412B-90A8-B1128957AB82}" srcOrd="1" destOrd="0" presId="urn:microsoft.com/office/officeart/2018/2/layout/IconLabelList"/>
    <dgm:cxn modelId="{592D1B4E-682C-4A2E-906C-9D15656BB8B1}" type="presParOf" srcId="{BC20412A-2CAC-4DA3-8F0D-97AF15A98284}" destId="{53925E49-58F5-4079-825F-D4FE8F1DCC6E}" srcOrd="2" destOrd="0" presId="urn:microsoft.com/office/officeart/2018/2/layout/IconLabelList"/>
    <dgm:cxn modelId="{2E4410A6-75EE-4C3A-9F96-BE7416867DBD}" type="presParOf" srcId="{4908596C-A745-4FF9-9AA8-89C60913BE7E}" destId="{BC6118E5-BEDB-4C2C-9041-2BE13D289373}" srcOrd="5" destOrd="0" presId="urn:microsoft.com/office/officeart/2018/2/layout/IconLabelList"/>
    <dgm:cxn modelId="{02E14CB1-F0AD-4325-B1F0-9D7F9B9B3021}" type="presParOf" srcId="{4908596C-A745-4FF9-9AA8-89C60913BE7E}" destId="{FB650B35-0B03-464D-A65D-20F8B7B84702}" srcOrd="6" destOrd="0" presId="urn:microsoft.com/office/officeart/2018/2/layout/IconLabelList"/>
    <dgm:cxn modelId="{C17DA236-0631-4784-84E0-7E8705FE9544}" type="presParOf" srcId="{FB650B35-0B03-464D-A65D-20F8B7B84702}" destId="{110D17B0-D379-4DB9-BAF2-668ABF53C786}" srcOrd="0" destOrd="0" presId="urn:microsoft.com/office/officeart/2018/2/layout/IconLabelList"/>
    <dgm:cxn modelId="{84FC4F0B-C134-4BE8-A883-3835236DDD12}" type="presParOf" srcId="{FB650B35-0B03-464D-A65D-20F8B7B84702}" destId="{32F7B3D0-04E5-4FFB-95BF-74F43C341571}" srcOrd="1" destOrd="0" presId="urn:microsoft.com/office/officeart/2018/2/layout/IconLabelList"/>
    <dgm:cxn modelId="{AA53EF0E-9BE4-4385-8D06-A76C36B48BD1}" type="presParOf" srcId="{FB650B35-0B03-464D-A65D-20F8B7B84702}" destId="{CFF1A33C-CFCB-494A-8C5D-5C2B27FC7926}" srcOrd="2" destOrd="0" presId="urn:microsoft.com/office/officeart/2018/2/layout/IconLabelList"/>
    <dgm:cxn modelId="{F2FC9077-D289-4087-9DC4-5F4600A3DB52}" type="presParOf" srcId="{4908596C-A745-4FF9-9AA8-89C60913BE7E}" destId="{3B972ABD-6E4D-48A5-AD6A-552FA9C1BB0E}" srcOrd="7" destOrd="0" presId="urn:microsoft.com/office/officeart/2018/2/layout/IconLabelList"/>
    <dgm:cxn modelId="{78D8157E-23CD-4854-9A20-66A17C1FED27}" type="presParOf" srcId="{4908596C-A745-4FF9-9AA8-89C60913BE7E}" destId="{542E24FA-55C2-42E9-A5F9-A7BED22E5160}" srcOrd="8" destOrd="0" presId="urn:microsoft.com/office/officeart/2018/2/layout/IconLabelList"/>
    <dgm:cxn modelId="{18B48780-3462-4ED2-9899-0464DB01F7EC}" type="presParOf" srcId="{542E24FA-55C2-42E9-A5F9-A7BED22E5160}" destId="{93787EA9-DB35-4925-9702-798E96E8B5BE}" srcOrd="0" destOrd="0" presId="urn:microsoft.com/office/officeart/2018/2/layout/IconLabelList"/>
    <dgm:cxn modelId="{B445A809-C8E9-4527-B556-B614FAAC1984}" type="presParOf" srcId="{542E24FA-55C2-42E9-A5F9-A7BED22E5160}" destId="{4D52AC74-020E-4DAE-BD5F-41E111FAAA45}" srcOrd="1" destOrd="0" presId="urn:microsoft.com/office/officeart/2018/2/layout/IconLabelList"/>
    <dgm:cxn modelId="{152CA80B-A259-43AE-A8C6-912E00A4214D}" type="presParOf" srcId="{542E24FA-55C2-42E9-A5F9-A7BED22E5160}" destId="{FCD6DA1D-0978-4D6C-A3A4-17993FF522E0}" srcOrd="2" destOrd="0" presId="urn:microsoft.com/office/officeart/2018/2/layout/IconLabelList"/>
    <dgm:cxn modelId="{8C8BF242-4E68-4018-B624-1BBF05BD844F}" type="presParOf" srcId="{4908596C-A745-4FF9-9AA8-89C60913BE7E}" destId="{580700DC-C5AB-418B-9816-38786465CA59}" srcOrd="9" destOrd="0" presId="urn:microsoft.com/office/officeart/2018/2/layout/IconLabelList"/>
    <dgm:cxn modelId="{B055E5E3-E7CE-4E73-95E3-AC3DD11F8E19}" type="presParOf" srcId="{4908596C-A745-4FF9-9AA8-89C60913BE7E}" destId="{7212F7EC-BF12-4060-9D64-90DCE54DBE88}" srcOrd="10" destOrd="0" presId="urn:microsoft.com/office/officeart/2018/2/layout/IconLabelList"/>
    <dgm:cxn modelId="{FB8B39A0-290B-4315-A0A5-E17EACFE0B64}" type="presParOf" srcId="{7212F7EC-BF12-4060-9D64-90DCE54DBE88}" destId="{93B70557-A5C9-48F1-85F0-E3BEE1DE43EE}" srcOrd="0" destOrd="0" presId="urn:microsoft.com/office/officeart/2018/2/layout/IconLabelList"/>
    <dgm:cxn modelId="{2C53BA4D-46B3-47AF-B3FE-3A9AF5E673F6}" type="presParOf" srcId="{7212F7EC-BF12-4060-9D64-90DCE54DBE88}" destId="{167EE8B7-3EAF-4D1F-B012-303AF27892A8}" srcOrd="1" destOrd="0" presId="urn:microsoft.com/office/officeart/2018/2/layout/IconLabelList"/>
    <dgm:cxn modelId="{4097ED50-3EBE-4F68-83EF-06683F4E66A7}" type="presParOf" srcId="{7212F7EC-BF12-4060-9D64-90DCE54DBE88}" destId="{DEA41755-E1CF-41AB-B6AD-0109493C9730}" srcOrd="2" destOrd="0" presId="urn:microsoft.com/office/officeart/2018/2/layout/IconLabelList"/>
    <dgm:cxn modelId="{528BC35E-5ED2-46EE-AB5B-00E213903EA5}" type="presParOf" srcId="{4908596C-A745-4FF9-9AA8-89C60913BE7E}" destId="{21391407-B5B0-4B38-9CA7-D8ACAC062FCB}" srcOrd="11" destOrd="0" presId="urn:microsoft.com/office/officeart/2018/2/layout/IconLabelList"/>
    <dgm:cxn modelId="{470B5921-8351-48B7-BC0A-14DA03DBAB38}" type="presParOf" srcId="{4908596C-A745-4FF9-9AA8-89C60913BE7E}" destId="{F44CF374-B129-4A8A-AC5F-79D3079327FF}" srcOrd="12" destOrd="0" presId="urn:microsoft.com/office/officeart/2018/2/layout/IconLabelList"/>
    <dgm:cxn modelId="{8B957E47-42BE-4116-B388-7FFB211912FA}" type="presParOf" srcId="{F44CF374-B129-4A8A-AC5F-79D3079327FF}" destId="{03A05A4D-2D08-4EE3-A90E-2882A4DEFA1C}" srcOrd="0" destOrd="0" presId="urn:microsoft.com/office/officeart/2018/2/layout/IconLabelList"/>
    <dgm:cxn modelId="{9823E914-774B-4BE2-8A3D-2C80CC47E70E}" type="presParOf" srcId="{F44CF374-B129-4A8A-AC5F-79D3079327FF}" destId="{7231B103-0F51-4E5B-A74E-33713902C1FF}" srcOrd="1" destOrd="0" presId="urn:microsoft.com/office/officeart/2018/2/layout/IconLabelList"/>
    <dgm:cxn modelId="{EC380582-D6DA-452A-9DAB-598FB8348ACB}" type="presParOf" srcId="{F44CF374-B129-4A8A-AC5F-79D3079327FF}" destId="{8670533E-A5DF-446E-901B-0BF08A6C1D6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8EA71-451A-467C-836B-5C9C80E8ABB2}">
      <dsp:nvSpPr>
        <dsp:cNvPr id="0" name=""/>
        <dsp:cNvSpPr/>
      </dsp:nvSpPr>
      <dsp:spPr>
        <a:xfrm>
          <a:off x="299931" y="865890"/>
          <a:ext cx="480937" cy="480937"/>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C7071F-4727-42D4-BB93-B96119E7093B}">
      <dsp:nvSpPr>
        <dsp:cNvPr id="0" name=""/>
        <dsp:cNvSpPr/>
      </dsp:nvSpPr>
      <dsp:spPr>
        <a:xfrm>
          <a:off x="6025"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rtl="0">
            <a:lnSpc>
              <a:spcPct val="100000"/>
            </a:lnSpc>
            <a:spcBef>
              <a:spcPct val="0"/>
            </a:spcBef>
            <a:spcAft>
              <a:spcPct val="35000"/>
            </a:spcAft>
            <a:buNone/>
          </a:pPr>
          <a:r>
            <a:rPr lang="en-US" sz="1300" kern="1200" dirty="0">
              <a:latin typeface="Aptos Display" panose="020F0302020204030204"/>
            </a:rPr>
            <a:t>VR Lab</a:t>
          </a:r>
        </a:p>
      </dsp:txBody>
      <dsp:txXfrm>
        <a:off x="6025" y="1515352"/>
        <a:ext cx="1068750" cy="427500"/>
      </dsp:txXfrm>
    </dsp:sp>
    <dsp:sp modelId="{F25838E7-4564-44C2-BD9B-9329DCD944FE}">
      <dsp:nvSpPr>
        <dsp:cNvPr id="0" name=""/>
        <dsp:cNvSpPr/>
      </dsp:nvSpPr>
      <dsp:spPr>
        <a:xfrm>
          <a:off x="1555713" y="865890"/>
          <a:ext cx="480937" cy="4809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794391-8DE1-40E8-8911-E20B6531B18F}">
      <dsp:nvSpPr>
        <dsp:cNvPr id="0" name=""/>
        <dsp:cNvSpPr/>
      </dsp:nvSpPr>
      <dsp:spPr>
        <a:xfrm>
          <a:off x="1261807"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t>Syllabus</a:t>
          </a:r>
        </a:p>
      </dsp:txBody>
      <dsp:txXfrm>
        <a:off x="1261807" y="1515352"/>
        <a:ext cx="1068750" cy="427500"/>
      </dsp:txXfrm>
    </dsp:sp>
    <dsp:sp modelId="{E2B42050-10DA-433E-99D0-9097F45BBF03}">
      <dsp:nvSpPr>
        <dsp:cNvPr id="0" name=""/>
        <dsp:cNvSpPr/>
      </dsp:nvSpPr>
      <dsp:spPr>
        <a:xfrm>
          <a:off x="2811494" y="865890"/>
          <a:ext cx="480937" cy="480937"/>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25E49-58F5-4079-825F-D4FE8F1DCC6E}">
      <dsp:nvSpPr>
        <dsp:cNvPr id="0" name=""/>
        <dsp:cNvSpPr/>
      </dsp:nvSpPr>
      <dsp:spPr>
        <a:xfrm>
          <a:off x="2517588"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latin typeface="Aptos Display" panose="020F0302020204030204"/>
            </a:rPr>
            <a:t>Weekly Plan &amp; Final Project</a:t>
          </a:r>
        </a:p>
      </dsp:txBody>
      <dsp:txXfrm>
        <a:off x="2517588" y="1515352"/>
        <a:ext cx="1068750" cy="427500"/>
      </dsp:txXfrm>
    </dsp:sp>
    <dsp:sp modelId="{110D17B0-D379-4DB9-BAF2-668ABF53C786}">
      <dsp:nvSpPr>
        <dsp:cNvPr id="0" name=""/>
        <dsp:cNvSpPr/>
      </dsp:nvSpPr>
      <dsp:spPr>
        <a:xfrm>
          <a:off x="4067275" y="865890"/>
          <a:ext cx="480937" cy="4809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F1A33C-CFCB-494A-8C5D-5C2B27FC7926}">
      <dsp:nvSpPr>
        <dsp:cNvPr id="0" name=""/>
        <dsp:cNvSpPr/>
      </dsp:nvSpPr>
      <dsp:spPr>
        <a:xfrm>
          <a:off x="3773369"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t>Development Setup</a:t>
          </a:r>
        </a:p>
      </dsp:txBody>
      <dsp:txXfrm>
        <a:off x="3773369" y="1515352"/>
        <a:ext cx="1068750" cy="427500"/>
      </dsp:txXfrm>
    </dsp:sp>
    <dsp:sp modelId="{93787EA9-DB35-4925-9702-798E96E8B5BE}">
      <dsp:nvSpPr>
        <dsp:cNvPr id="0" name=""/>
        <dsp:cNvSpPr/>
      </dsp:nvSpPr>
      <dsp:spPr>
        <a:xfrm>
          <a:off x="5323057" y="865890"/>
          <a:ext cx="480937" cy="480937"/>
        </a:xfrm>
        <a:prstGeom prst="rect">
          <a:avLst/>
        </a:prstGeom>
        <a:blipFill>
          <a:blip xmlns:r="http://schemas.openxmlformats.org/officeDocument/2006/relationships">
            <a:extLs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D6DA1D-0978-4D6C-A3A4-17993FF522E0}">
      <dsp:nvSpPr>
        <dsp:cNvPr id="0" name=""/>
        <dsp:cNvSpPr/>
      </dsp:nvSpPr>
      <dsp:spPr>
        <a:xfrm>
          <a:off x="5029150"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latin typeface="Aptos Display" panose="020F0302020204030204"/>
            </a:rPr>
            <a:t>Textbook</a:t>
          </a:r>
        </a:p>
      </dsp:txBody>
      <dsp:txXfrm>
        <a:off x="5029150" y="1515352"/>
        <a:ext cx="1068750" cy="427500"/>
      </dsp:txXfrm>
    </dsp:sp>
    <dsp:sp modelId="{93B70557-A5C9-48F1-85F0-E3BEE1DE43EE}">
      <dsp:nvSpPr>
        <dsp:cNvPr id="0" name=""/>
        <dsp:cNvSpPr/>
      </dsp:nvSpPr>
      <dsp:spPr>
        <a:xfrm>
          <a:off x="6578838" y="865890"/>
          <a:ext cx="480937" cy="480937"/>
        </a:xfrm>
        <a:prstGeom prst="rect">
          <a:avLst/>
        </a:prstGeom>
        <a:blipFill>
          <a:blip xmlns:r="http://schemas.openxmlformats.org/officeDocument/2006/relationships">
            <a:extLs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A41755-E1CF-41AB-B6AD-0109493C9730}">
      <dsp:nvSpPr>
        <dsp:cNvPr id="0" name=""/>
        <dsp:cNvSpPr/>
      </dsp:nvSpPr>
      <dsp:spPr>
        <a:xfrm>
          <a:off x="6284932"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latin typeface="Aptos Display" panose="020F0302020204030204"/>
            </a:rPr>
            <a:t>Intro to Unity</a:t>
          </a:r>
        </a:p>
      </dsp:txBody>
      <dsp:txXfrm>
        <a:off x="6284932" y="1515352"/>
        <a:ext cx="1068750" cy="427500"/>
      </dsp:txXfrm>
    </dsp:sp>
    <dsp:sp modelId="{03A05A4D-2D08-4EE3-A90E-2882A4DEFA1C}">
      <dsp:nvSpPr>
        <dsp:cNvPr id="0" name=""/>
        <dsp:cNvSpPr/>
      </dsp:nvSpPr>
      <dsp:spPr>
        <a:xfrm>
          <a:off x="7834619" y="865890"/>
          <a:ext cx="480937" cy="480937"/>
        </a:xfrm>
        <a:prstGeom prst="rect">
          <a:avLst/>
        </a:prstGeom>
        <a:blipFill>
          <a:blip xmlns:r="http://schemas.openxmlformats.org/officeDocument/2006/relationships">
            <a:extLs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70533E-A5DF-446E-901B-0BF08A6C1D63}">
      <dsp:nvSpPr>
        <dsp:cNvPr id="0" name=""/>
        <dsp:cNvSpPr/>
      </dsp:nvSpPr>
      <dsp:spPr>
        <a:xfrm>
          <a:off x="7540713" y="1515352"/>
          <a:ext cx="1068750" cy="42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latin typeface="Aptos Display" panose="020F0302020204030204"/>
            </a:rPr>
            <a:t>Events</a:t>
          </a:r>
        </a:p>
      </dsp:txBody>
      <dsp:txXfrm>
        <a:off x="7540713" y="1515352"/>
        <a:ext cx="1068750" cy="4275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52193-B15C-4FB4-B1C1-A4BD83F0A0FA}" type="datetimeFigureOut">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366B9-5EFD-445A-A92A-83832F7DDDD0}" type="slidenum">
              <a:t>‹#›</a:t>
            </a:fld>
            <a:endParaRPr lang="en-US"/>
          </a:p>
        </p:txBody>
      </p:sp>
    </p:spTree>
    <p:extLst>
      <p:ext uri="{BB962C8B-B14F-4D97-AF65-F5344CB8AC3E}">
        <p14:creationId xmlns:p14="http://schemas.microsoft.com/office/powerpoint/2010/main" val="1511547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789fdacc71_0_1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789fdacc71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789fdacc71_0_1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789fdacc71_0_1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2789fdacc71_0_10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2789fdacc71_0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789fdacc71_0_10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789fdacc71_0_10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789fdacc71_0_10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789fdacc71_0_10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f5fa39e06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f5fa39e06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6096000" y="-2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61" name="Google Shape;61;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354000" y="1534800"/>
            <a:ext cx="5393600" cy="20860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63" name="Google Shape;63;p9"/>
          <p:cNvSpPr txBox="1">
            <a:spLocks noGrp="1"/>
          </p:cNvSpPr>
          <p:nvPr>
            <p:ph type="subTitle" idx="1"/>
          </p:nvPr>
        </p:nvSpPr>
        <p:spPr>
          <a:xfrm>
            <a:off x="354000" y="3692001"/>
            <a:ext cx="5393600" cy="1692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64" name="Google Shape;64;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0"/>
              </a:spcBef>
              <a:spcAft>
                <a:spcPts val="0"/>
              </a:spcAft>
              <a:buClr>
                <a:schemeClr val="lt1"/>
              </a:buClr>
              <a:buSzPts val="1400"/>
              <a:buChar char="○"/>
              <a:defRPr>
                <a:solidFill>
                  <a:schemeClr val="lt1"/>
                </a:solidFill>
              </a:defRPr>
            </a:lvl2pPr>
            <a:lvl3pPr marL="1828754" lvl="2" indent="-423323">
              <a:spcBef>
                <a:spcPts val="0"/>
              </a:spcBef>
              <a:spcAft>
                <a:spcPts val="0"/>
              </a:spcAft>
              <a:buClr>
                <a:schemeClr val="lt1"/>
              </a:buClr>
              <a:buSzPts val="1400"/>
              <a:buChar char="■"/>
              <a:defRPr>
                <a:solidFill>
                  <a:schemeClr val="lt1"/>
                </a:solidFill>
              </a:defRPr>
            </a:lvl3pPr>
            <a:lvl4pPr marL="2438339" lvl="3" indent="-423323">
              <a:spcBef>
                <a:spcPts val="0"/>
              </a:spcBef>
              <a:spcAft>
                <a:spcPts val="0"/>
              </a:spcAft>
              <a:buClr>
                <a:schemeClr val="lt1"/>
              </a:buClr>
              <a:buSzPts val="1400"/>
              <a:buChar char="●"/>
              <a:defRPr>
                <a:solidFill>
                  <a:schemeClr val="lt1"/>
                </a:solidFill>
              </a:defRPr>
            </a:lvl4pPr>
            <a:lvl5pPr marL="3047924" lvl="4" indent="-423323">
              <a:spcBef>
                <a:spcPts val="0"/>
              </a:spcBef>
              <a:spcAft>
                <a:spcPts val="0"/>
              </a:spcAft>
              <a:buClr>
                <a:schemeClr val="lt1"/>
              </a:buClr>
              <a:buSzPts val="1400"/>
              <a:buChar char="○"/>
              <a:defRPr>
                <a:solidFill>
                  <a:schemeClr val="lt1"/>
                </a:solidFill>
              </a:defRPr>
            </a:lvl5pPr>
            <a:lvl6pPr marL="3657509" lvl="5" indent="-423323">
              <a:spcBef>
                <a:spcPts val="0"/>
              </a:spcBef>
              <a:spcAft>
                <a:spcPts val="0"/>
              </a:spcAft>
              <a:buClr>
                <a:schemeClr val="lt1"/>
              </a:buClr>
              <a:buSzPts val="1400"/>
              <a:buChar char="■"/>
              <a:defRPr>
                <a:solidFill>
                  <a:schemeClr val="lt1"/>
                </a:solidFill>
              </a:defRPr>
            </a:lvl6pPr>
            <a:lvl7pPr marL="4267093" lvl="6" indent="-423323">
              <a:spcBef>
                <a:spcPts val="0"/>
              </a:spcBef>
              <a:spcAft>
                <a:spcPts val="0"/>
              </a:spcAft>
              <a:buClr>
                <a:schemeClr val="lt1"/>
              </a:buClr>
              <a:buSzPts val="1400"/>
              <a:buChar char="●"/>
              <a:defRPr>
                <a:solidFill>
                  <a:schemeClr val="lt1"/>
                </a:solidFill>
              </a:defRPr>
            </a:lvl7pPr>
            <a:lvl8pPr marL="4876678" lvl="7" indent="-423323">
              <a:spcBef>
                <a:spcPts val="0"/>
              </a:spcBef>
              <a:spcAft>
                <a:spcPts val="0"/>
              </a:spcAft>
              <a:buClr>
                <a:schemeClr val="lt1"/>
              </a:buClr>
              <a:buSzPts val="1400"/>
              <a:buChar char="○"/>
              <a:defRPr>
                <a:solidFill>
                  <a:schemeClr val="lt1"/>
                </a:solidFill>
              </a:defRPr>
            </a:lvl8pPr>
            <a:lvl9pPr marL="5486263" lvl="8" indent="-423323">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181960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5"/>
        <p:cNvGrpSpPr/>
        <p:nvPr/>
      </p:nvGrpSpPr>
      <p:grpSpPr>
        <a:xfrm>
          <a:off x="0" y="0"/>
          <a:ext cx="0" cy="0"/>
          <a:chOff x="0" y="0"/>
          <a:chExt cx="0" cy="0"/>
        </a:xfrm>
      </p:grpSpPr>
      <p:grpSp>
        <p:nvGrpSpPr>
          <p:cNvPr id="236" name="Google Shape;236;p24"/>
          <p:cNvGrpSpPr/>
          <p:nvPr/>
        </p:nvGrpSpPr>
        <p:grpSpPr>
          <a:xfrm>
            <a:off x="0" y="5204893"/>
            <a:ext cx="12192000" cy="1653233"/>
            <a:chOff x="0" y="3903669"/>
            <a:chExt cx="9144000" cy="1239925"/>
          </a:xfrm>
        </p:grpSpPr>
        <p:sp>
          <p:nvSpPr>
            <p:cNvPr id="237" name="Google Shape;237;p2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8" name="Google Shape;238;p2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9" name="Google Shape;239;p2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0" name="Google Shape;240;p2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2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42" name="Google Shape;242;p24"/>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3" name="Google Shape;243;p24"/>
          <p:cNvSpPr txBox="1">
            <a:spLocks noGrp="1"/>
          </p:cNvSpPr>
          <p:nvPr>
            <p:ph type="body" idx="1"/>
          </p:nvPr>
        </p:nvSpPr>
        <p:spPr>
          <a:xfrm>
            <a:off x="415600" y="1639833"/>
            <a:ext cx="11360800" cy="4452000"/>
          </a:xfrm>
          <a:prstGeom prst="rect">
            <a:avLst/>
          </a:prstGeom>
        </p:spPr>
        <p:txBody>
          <a:bodyPr spcFirstLastPara="1" wrap="square" lIns="91425" tIns="91425" rIns="91425" bIns="91425" anchor="t" anchorCtr="0">
            <a:normAutofit/>
          </a:bodyPr>
          <a:lstStyle>
            <a:lvl1pPr marL="609585" lvl="0" indent="-457189" rtl="0">
              <a:spcBef>
                <a:spcPts val="0"/>
              </a:spcBef>
              <a:spcAft>
                <a:spcPts val="0"/>
              </a:spcAft>
              <a:buSzPts val="1800"/>
              <a:buChar char="●"/>
              <a:defRPr/>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endParaRPr/>
          </a:p>
        </p:txBody>
      </p:sp>
      <p:sp>
        <p:nvSpPr>
          <p:cNvPr id="244" name="Google Shape;244;p2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675827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jpeg"/><Relationship Id="rId5" Type="http://schemas.openxmlformats.org/officeDocument/2006/relationships/diagramColors" Target="../diagrams/colors1.xml"/><Relationship Id="rId10" Type="http://schemas.openxmlformats.org/officeDocument/2006/relationships/image" Target="../media/image12.png"/><Relationship Id="rId4" Type="http://schemas.openxmlformats.org/officeDocument/2006/relationships/diagramQuickStyle" Target="../diagrams/quickStyle1.xml"/><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s://canvas.pitt.edu/courses/381238/assignments/syllabus" TargetMode="Externa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jpeg"/><Relationship Id="rId7" Type="http://schemas.openxmlformats.org/officeDocument/2006/relationships/image" Target="../media/image20.jpe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hyperlink" Target="https://desktop.github.com/download/" TargetMode="External"/><Relationship Id="rId7" Type="http://schemas.openxmlformats.org/officeDocument/2006/relationships/hyperlink" Target="https://unity.com/releases/editor/archive" TargetMode="External"/><Relationship Id="rId12" Type="http://schemas.openxmlformats.org/officeDocument/2006/relationships/image" Target="../media/image26.png"/><Relationship Id="rId2" Type="http://schemas.openxmlformats.org/officeDocument/2006/relationships/hyperlink" Target="https://github.com/" TargetMode="External"/><Relationship Id="rId1" Type="http://schemas.openxmlformats.org/officeDocument/2006/relationships/slideLayout" Target="../slideLayouts/slideLayout2.xml"/><Relationship Id="rId6" Type="http://schemas.openxmlformats.org/officeDocument/2006/relationships/hyperlink" Target="https://c2rsetup.officeapps.live.com/c2r/downloadVS.aspx?sku=community&amp;channel=Release&amp;version=VS2022&amp;source=VSLandingPage&amp;cid=2030:3ae7122facf14581807d7e0ba1b55679" TargetMode="External"/><Relationship Id="rId11" Type="http://schemas.openxmlformats.org/officeDocument/2006/relationships/image" Target="../media/image25.png"/><Relationship Id="rId5" Type="http://schemas.openxmlformats.org/officeDocument/2006/relationships/hyperlink" Target="https://assetstore.unity.com/" TargetMode="External"/><Relationship Id="rId10" Type="http://schemas.openxmlformats.org/officeDocument/2006/relationships/image" Target="../media/image24.png"/><Relationship Id="rId4" Type="http://schemas.openxmlformats.org/officeDocument/2006/relationships/hyperlink" Target="https://unity.com/" TargetMode="External"/><Relationship Id="rId9" Type="http://schemas.openxmlformats.org/officeDocument/2006/relationships/image" Target="../media/image23.png"/><Relationship Id="rId1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hyperlink" Target="https://dillinger.io/" TargetMode="Externa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hyperlink" Target="https://github.com/jcallinan/VRPsych202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store.steampowered.com/app/250820/SteamVR/"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hyperlink" Target="https://assetstore.unity.com/packages/tools/integration/steamvr-plugin-32647?gclid=Cj0KCQjwy9-kBhCHARIsAHpBjHjIePEVu9R_zLplHHlVamVGslT8foRndRg4GEenoPYohDI8QuCqExAaAi3gEALw_wcB&amp;gclsrc=aw.d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3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35.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2.jpe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learning.oreilly.com/library/view/xr-development-with/9781805128120/B20869_Preface_eBook.xhtml#_idParaDest-11" TargetMode="External"/><Relationship Id="rId7" Type="http://schemas.openxmlformats.org/officeDocument/2006/relationships/image" Target="../media/image2.jpeg"/><Relationship Id="rId2" Type="http://schemas.openxmlformats.org/officeDocument/2006/relationships/hyperlink" Target="https://pitt.primo.exlibrisgroup.com/discovery/fulldisplay?context=PC&amp;vid=01PITT_INST:01PITT_INST&amp;search_scope=MyInst_and_CI&amp;tab=Everything&amp;lang=en&amp;docid=cdi_walterdegruyter_marc_9781805120049" TargetMode="External"/><Relationship Id="rId1" Type="http://schemas.openxmlformats.org/officeDocument/2006/relationships/slideLayout" Target="../slideLayouts/slideLayout2.xml"/><Relationship Id="rId6" Type="http://schemas.openxmlformats.org/officeDocument/2006/relationships/hyperlink" Target="https://canvas.pitt.edu/courses/381238/files/folder/Uploaded%20Media" TargetMode="External"/><Relationship Id="rId5" Type="http://schemas.openxmlformats.org/officeDocument/2006/relationships/hyperlink" Target="https://github.com/PacktPublishing/XR-Development-with-Unity/tree/main/Additional%20Resources" TargetMode="External"/><Relationship Id="rId4" Type="http://schemas.openxmlformats.org/officeDocument/2006/relationships/hyperlink" Target="https://github.com/PacktPublishing/XR-Development-with-Unity"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globalgamejam.org/" TargetMode="Externa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hyperlink" Target="https://assetstore.unity.com/packages/tools/integration/meta-xr-simulator-266732" TargetMode="External"/><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hyperlink" Target="https://developers.meta.com/horizon/documentation/unity/ts-mqdh/"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globalgamejam.org/2021/jam-sites/university-pittsburgh-bradford" TargetMode="External"/><Relationship Id="rId13" Type="http://schemas.openxmlformats.org/officeDocument/2006/relationships/image" Target="../media/image55.png"/><Relationship Id="rId18" Type="http://schemas.openxmlformats.org/officeDocument/2006/relationships/image" Target="../media/image3.jpeg"/><Relationship Id="rId3" Type="http://schemas.openxmlformats.org/officeDocument/2006/relationships/hyperlink" Target="https://globalgamejam.org/jam-sites/2026/university-pittsburgh-bradford" TargetMode="External"/><Relationship Id="rId7" Type="http://schemas.openxmlformats.org/officeDocument/2006/relationships/hyperlink" Target="https://globalgamejam.org/2022/games/last-knight-5-0" TargetMode="External"/><Relationship Id="rId12" Type="http://schemas.openxmlformats.org/officeDocument/2006/relationships/image" Target="../media/image54.png"/><Relationship Id="rId17" Type="http://schemas.openxmlformats.org/officeDocument/2006/relationships/image" Target="../media/image59.jpeg"/><Relationship Id="rId2" Type="http://schemas.openxmlformats.org/officeDocument/2006/relationships/notesSlide" Target="../notesSlides/notesSlide6.xml"/><Relationship Id="rId16" Type="http://schemas.openxmlformats.org/officeDocument/2006/relationships/image" Target="../media/image58.png"/><Relationship Id="rId1" Type="http://schemas.openxmlformats.org/officeDocument/2006/relationships/slideLayout" Target="../slideLayouts/slideLayout13.xml"/><Relationship Id="rId6" Type="http://schemas.openxmlformats.org/officeDocument/2006/relationships/hyperlink" Target="https://globalgamejam.org/2023/jam-sites/university-pittsburgh-bradford" TargetMode="External"/><Relationship Id="rId11" Type="http://schemas.openxmlformats.org/officeDocument/2006/relationships/hyperlink" Target="https://www.bradfordera.com/news/alternate-universe-pitt-bradford-students-create-video-game-in-weekend/article_2513cf3e-ca17-11e5-8bd6-2fa90e4fc756.html" TargetMode="External"/><Relationship Id="rId5" Type="http://schemas.openxmlformats.org/officeDocument/2006/relationships/hyperlink" Target="https://globalgamejam.org/jam-sites/2024/university-pittsburgh-bradford" TargetMode="External"/><Relationship Id="rId15" Type="http://schemas.openxmlformats.org/officeDocument/2006/relationships/image" Target="../media/image57.png"/><Relationship Id="rId10" Type="http://schemas.openxmlformats.org/officeDocument/2006/relationships/image" Target="../media/image53.png"/><Relationship Id="rId4" Type="http://schemas.openxmlformats.org/officeDocument/2006/relationships/hyperlink" Target="https://globalgamejam.org/jam-sites/2025/university-pittsburgh-bradford" TargetMode="External"/><Relationship Id="rId9" Type="http://schemas.openxmlformats.org/officeDocument/2006/relationships/hyperlink" Target="https://globalgamejam.org/2019/games/house-spouse-2-electric-bungalow" TargetMode="External"/><Relationship Id="rId1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199" y="1093788"/>
            <a:ext cx="10506455" cy="2967208"/>
          </a:xfrm>
        </p:spPr>
        <p:txBody>
          <a:bodyPr>
            <a:normAutofit/>
          </a:bodyPr>
          <a:lstStyle/>
          <a:p>
            <a:pPr algn="l"/>
            <a:r>
              <a:rPr lang="en-US" sz="8000"/>
              <a:t>Virtual Reality </a:t>
            </a:r>
          </a:p>
        </p:txBody>
      </p:sp>
      <p:sp>
        <p:nvSpPr>
          <p:cNvPr id="3" name="Subtitle 2"/>
          <p:cNvSpPr>
            <a:spLocks noGrp="1"/>
          </p:cNvSpPr>
          <p:nvPr>
            <p:ph type="subTitle" idx="1"/>
          </p:nvPr>
        </p:nvSpPr>
        <p:spPr>
          <a:xfrm>
            <a:off x="2131973" y="4619624"/>
            <a:ext cx="9215730" cy="1038225"/>
          </a:xfrm>
        </p:spPr>
        <p:txBody>
          <a:bodyPr vert="horz" lIns="91440" tIns="45720" rIns="91440" bIns="45720" rtlCol="0" anchor="t">
            <a:normAutofit/>
          </a:bodyPr>
          <a:lstStyle/>
          <a:p>
            <a:pPr algn="r"/>
            <a:r>
              <a:rPr lang="en-US">
                <a:solidFill>
                  <a:schemeClr val="accent1"/>
                </a:solidFill>
                <a:ea typeface="+mn-lt"/>
                <a:cs typeface="+mn-lt"/>
              </a:rPr>
              <a:t>Wednesdays at 6:00pm</a:t>
            </a:r>
          </a:p>
          <a:p>
            <a:pPr algn="r"/>
            <a:r>
              <a:rPr lang="en-US" sz="2200">
                <a:ea typeface="+mn-lt"/>
                <a:cs typeface="+mn-lt"/>
              </a:rPr>
              <a:t>CIST 1423 - 2010   VIRTUAL REALITY PROGRAMMING AND TECHNOLOGY</a:t>
            </a:r>
            <a:endParaRPr lang="en-US" sz="2200"/>
          </a:p>
        </p:txBody>
      </p:sp>
      <p:sp>
        <p:nvSpPr>
          <p:cNvPr id="23" name="Rectangle 22">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A screenshot of a computer&#10;&#10;AI-generated content may be incorrect.">
            <a:extLst>
              <a:ext uri="{FF2B5EF4-FFF2-40B4-BE49-F238E27FC236}">
                <a16:creationId xmlns:a16="http://schemas.microsoft.com/office/drawing/2014/main" id="{16E2FBD5-8DA3-0E46-1262-D511525AA2A9}"/>
              </a:ext>
            </a:extLst>
          </p:cNvPr>
          <p:cNvPicPr>
            <a:picLocks noChangeAspect="1"/>
          </p:cNvPicPr>
          <p:nvPr/>
        </p:nvPicPr>
        <p:blipFill>
          <a:blip r:embed="rId2"/>
          <a:stretch>
            <a:fillRect/>
          </a:stretch>
        </p:blipFill>
        <p:spPr>
          <a:xfrm>
            <a:off x="7082851" y="1756241"/>
            <a:ext cx="4478312" cy="2065107"/>
          </a:xfrm>
          <a:prstGeom prst="rect">
            <a:avLst/>
          </a:prstGeom>
        </p:spPr>
      </p:pic>
      <p:pic>
        <p:nvPicPr>
          <p:cNvPr id="5" name="Picture 4" descr="A group of people in front of computers&#10;&#10;AI-generated content may be incorrect.">
            <a:extLst>
              <a:ext uri="{FF2B5EF4-FFF2-40B4-BE49-F238E27FC236}">
                <a16:creationId xmlns:a16="http://schemas.microsoft.com/office/drawing/2014/main" id="{5BEF43DF-ADCB-0A81-1D09-2F2047E28E20}"/>
              </a:ext>
            </a:extLst>
          </p:cNvPr>
          <p:cNvPicPr>
            <a:picLocks noChangeAspect="1"/>
          </p:cNvPicPr>
          <p:nvPr/>
        </p:nvPicPr>
        <p:blipFill>
          <a:blip r:embed="rId3"/>
          <a:stretch>
            <a:fillRect/>
          </a:stretch>
        </p:blipFill>
        <p:spPr>
          <a:xfrm>
            <a:off x="9916409" y="3482"/>
            <a:ext cx="2274211" cy="1373263"/>
          </a:xfrm>
          <a:prstGeom prst="rect">
            <a:avLst/>
          </a:prstGeom>
        </p:spPr>
      </p:pic>
      <p:pic>
        <p:nvPicPr>
          <p:cNvPr id="9" name="Picture 8" descr="A blue sign with white text&#10;&#10;AI-generated content may be incorrect.">
            <a:extLst>
              <a:ext uri="{FF2B5EF4-FFF2-40B4-BE49-F238E27FC236}">
                <a16:creationId xmlns:a16="http://schemas.microsoft.com/office/drawing/2014/main" id="{8E76E65B-AD42-9BFE-2364-EFD68BA133C2}"/>
              </a:ext>
            </a:extLst>
          </p:cNvPr>
          <p:cNvPicPr>
            <a:picLocks noChangeAspect="1"/>
          </p:cNvPicPr>
          <p:nvPr/>
        </p:nvPicPr>
        <p:blipFill>
          <a:blip r:embed="rId4"/>
          <a:stretch>
            <a:fillRect/>
          </a:stretch>
        </p:blipFill>
        <p:spPr>
          <a:xfrm>
            <a:off x="2336" y="5032"/>
            <a:ext cx="3388384" cy="8382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B2556-C9E4-0773-2152-A9AD26082E93}"/>
              </a:ext>
            </a:extLst>
          </p:cNvPr>
          <p:cNvSpPr>
            <a:spLocks noGrp="1"/>
          </p:cNvSpPr>
          <p:nvPr>
            <p:ph type="title"/>
          </p:nvPr>
        </p:nvSpPr>
        <p:spPr>
          <a:xfrm>
            <a:off x="838200" y="710182"/>
            <a:ext cx="10515600" cy="1325563"/>
          </a:xfrm>
        </p:spPr>
        <p:txBody>
          <a:bodyPr/>
          <a:lstStyle/>
          <a:p>
            <a:r>
              <a:rPr lang="en-US" dirty="0"/>
              <a:t>Agenda</a:t>
            </a:r>
          </a:p>
        </p:txBody>
      </p:sp>
      <p:graphicFrame>
        <p:nvGraphicFramePr>
          <p:cNvPr id="5" name="Content Placeholder 2">
            <a:extLst>
              <a:ext uri="{FF2B5EF4-FFF2-40B4-BE49-F238E27FC236}">
                <a16:creationId xmlns:a16="http://schemas.microsoft.com/office/drawing/2014/main" id="{68C8ADE0-C53B-9C16-EFDA-A40A4722987D}"/>
              </a:ext>
            </a:extLst>
          </p:cNvPr>
          <p:cNvGraphicFramePr>
            <a:graphicFrameLocks noGrp="1"/>
          </p:cNvGraphicFramePr>
          <p:nvPr>
            <p:ph idx="1"/>
            <p:extLst>
              <p:ext uri="{D42A27DB-BD31-4B8C-83A1-F6EECF244321}">
                <p14:modId xmlns:p14="http://schemas.microsoft.com/office/powerpoint/2010/main" val="3137989725"/>
              </p:ext>
            </p:extLst>
          </p:nvPr>
        </p:nvGraphicFramePr>
        <p:xfrm>
          <a:off x="838200" y="1714824"/>
          <a:ext cx="8615489" cy="2808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descr="A group of people in front of computers&#10;&#10;AI-generated content may be incorrect.">
            <a:extLst>
              <a:ext uri="{FF2B5EF4-FFF2-40B4-BE49-F238E27FC236}">
                <a16:creationId xmlns:a16="http://schemas.microsoft.com/office/drawing/2014/main" id="{D898DDEB-0D9A-C8A7-CE98-AC38E0CFE7D3}"/>
              </a:ext>
            </a:extLst>
          </p:cNvPr>
          <p:cNvPicPr>
            <a:picLocks noChangeAspect="1"/>
          </p:cNvPicPr>
          <p:nvPr/>
        </p:nvPicPr>
        <p:blipFill>
          <a:blip r:embed="rId7"/>
          <a:stretch>
            <a:fillRect/>
          </a:stretch>
        </p:blipFill>
        <p:spPr>
          <a:xfrm>
            <a:off x="9916409" y="3482"/>
            <a:ext cx="2274211" cy="1373263"/>
          </a:xfrm>
          <a:prstGeom prst="rect">
            <a:avLst/>
          </a:prstGeom>
        </p:spPr>
      </p:pic>
      <p:pic>
        <p:nvPicPr>
          <p:cNvPr id="13" name="Picture 12" descr="A blue sign with white text&#10;&#10;AI-generated content may be incorrect.">
            <a:extLst>
              <a:ext uri="{FF2B5EF4-FFF2-40B4-BE49-F238E27FC236}">
                <a16:creationId xmlns:a16="http://schemas.microsoft.com/office/drawing/2014/main" id="{FDD8B52E-14C8-E5CC-22FD-C1401D659110}"/>
              </a:ext>
            </a:extLst>
          </p:cNvPr>
          <p:cNvPicPr>
            <a:picLocks noChangeAspect="1"/>
          </p:cNvPicPr>
          <p:nvPr/>
        </p:nvPicPr>
        <p:blipFill>
          <a:blip r:embed="rId8"/>
          <a:stretch>
            <a:fillRect/>
          </a:stretch>
        </p:blipFill>
        <p:spPr>
          <a:xfrm>
            <a:off x="2336" y="5032"/>
            <a:ext cx="3388384" cy="838200"/>
          </a:xfrm>
          <a:prstGeom prst="rect">
            <a:avLst/>
          </a:prstGeom>
        </p:spPr>
      </p:pic>
      <p:pic>
        <p:nvPicPr>
          <p:cNvPr id="19" name="Picture 18" descr="Home - A VR Spacewalk on Steam">
            <a:extLst>
              <a:ext uri="{FF2B5EF4-FFF2-40B4-BE49-F238E27FC236}">
                <a16:creationId xmlns:a16="http://schemas.microsoft.com/office/drawing/2014/main" id="{C4DD335D-0737-C591-D5DF-F5616AB25DE9}"/>
              </a:ext>
            </a:extLst>
          </p:cNvPr>
          <p:cNvPicPr>
            <a:picLocks noChangeAspect="1"/>
          </p:cNvPicPr>
          <p:nvPr/>
        </p:nvPicPr>
        <p:blipFill>
          <a:blip r:embed="rId9"/>
          <a:stretch>
            <a:fillRect/>
          </a:stretch>
        </p:blipFill>
        <p:spPr>
          <a:xfrm>
            <a:off x="9339892" y="5259957"/>
            <a:ext cx="2857500" cy="1600200"/>
          </a:xfrm>
          <a:prstGeom prst="rect">
            <a:avLst/>
          </a:prstGeom>
        </p:spPr>
      </p:pic>
      <p:pic>
        <p:nvPicPr>
          <p:cNvPr id="23" name="Picture 22" descr="A book cover with colorful lines&#10;&#10;AI-generated content may be incorrect.">
            <a:extLst>
              <a:ext uri="{FF2B5EF4-FFF2-40B4-BE49-F238E27FC236}">
                <a16:creationId xmlns:a16="http://schemas.microsoft.com/office/drawing/2014/main" id="{1312D584-9721-6BB9-FB21-0C12245A2441}"/>
              </a:ext>
            </a:extLst>
          </p:cNvPr>
          <p:cNvPicPr>
            <a:picLocks noChangeAspect="1"/>
          </p:cNvPicPr>
          <p:nvPr/>
        </p:nvPicPr>
        <p:blipFill>
          <a:blip r:embed="rId10"/>
          <a:stretch>
            <a:fillRect/>
          </a:stretch>
        </p:blipFill>
        <p:spPr>
          <a:xfrm>
            <a:off x="10001828" y="2146608"/>
            <a:ext cx="2103635" cy="2574075"/>
          </a:xfrm>
          <a:prstGeom prst="rect">
            <a:avLst/>
          </a:prstGeom>
        </p:spPr>
      </p:pic>
      <p:pic>
        <p:nvPicPr>
          <p:cNvPr id="22" name="Picture 21" descr="A person wearing virtual reality headset and holding controllers&#10;&#10;AI-generated content may be incorrect.">
            <a:extLst>
              <a:ext uri="{FF2B5EF4-FFF2-40B4-BE49-F238E27FC236}">
                <a16:creationId xmlns:a16="http://schemas.microsoft.com/office/drawing/2014/main" id="{E88E5629-B802-2126-5912-2439E795AD9E}"/>
              </a:ext>
            </a:extLst>
          </p:cNvPr>
          <p:cNvPicPr>
            <a:picLocks noChangeAspect="1"/>
          </p:cNvPicPr>
          <p:nvPr/>
        </p:nvPicPr>
        <p:blipFill>
          <a:blip r:embed="rId11"/>
          <a:srcRect/>
          <a:stretch>
            <a:fillRect/>
          </a:stretch>
        </p:blipFill>
        <p:spPr>
          <a:xfrm>
            <a:off x="5417211" y="4203861"/>
            <a:ext cx="3775364" cy="2111087"/>
          </a:xfrm>
          <a:prstGeom prst="rect">
            <a:avLst/>
          </a:prstGeom>
        </p:spPr>
      </p:pic>
    </p:spTree>
    <p:extLst>
      <p:ext uri="{BB962C8B-B14F-4D97-AF65-F5344CB8AC3E}">
        <p14:creationId xmlns:p14="http://schemas.microsoft.com/office/powerpoint/2010/main" val="2003230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tudent using a VR headset in front of a projector screen">
            <a:extLst>
              <a:ext uri="{FF2B5EF4-FFF2-40B4-BE49-F238E27FC236}">
                <a16:creationId xmlns:a16="http://schemas.microsoft.com/office/drawing/2014/main" id="{C46FAF46-0877-26D2-21F8-958A9BA59AA2}"/>
              </a:ext>
            </a:extLst>
          </p:cNvPr>
          <p:cNvPicPr>
            <a:picLocks noChangeAspect="1"/>
          </p:cNvPicPr>
          <p:nvPr/>
        </p:nvPicPr>
        <p:blipFill>
          <a:blip r:embed="rId2"/>
          <a:srcRect l="3545" r="2337" b="-1"/>
          <a:stretch>
            <a:fillRect/>
          </a:stretch>
        </p:blipFill>
        <p:spPr>
          <a:xfrm>
            <a:off x="1" y="1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B98210-D394-0ADD-D267-5F73EC349216}"/>
              </a:ext>
            </a:extLst>
          </p:cNvPr>
          <p:cNvSpPr>
            <a:spLocks noGrp="1"/>
          </p:cNvSpPr>
          <p:nvPr>
            <p:ph type="title"/>
          </p:nvPr>
        </p:nvSpPr>
        <p:spPr>
          <a:xfrm>
            <a:off x="8839949" y="365125"/>
            <a:ext cx="2513850" cy="1899912"/>
          </a:xfrm>
        </p:spPr>
        <p:txBody>
          <a:bodyPr>
            <a:normAutofit/>
          </a:bodyPr>
          <a:lstStyle/>
          <a:p>
            <a:r>
              <a:rPr lang="en-US" sz="4000" dirty="0">
                <a:solidFill>
                  <a:schemeClr val="tx2"/>
                </a:solidFill>
              </a:rPr>
              <a:t>VR Lab</a:t>
            </a:r>
          </a:p>
        </p:txBody>
      </p:sp>
      <p:sp>
        <p:nvSpPr>
          <p:cNvPr id="3" name="Content Placeholder 2">
            <a:extLst>
              <a:ext uri="{FF2B5EF4-FFF2-40B4-BE49-F238E27FC236}">
                <a16:creationId xmlns:a16="http://schemas.microsoft.com/office/drawing/2014/main" id="{7311F23B-9391-BC99-EFE3-F28DB5680B08}"/>
              </a:ext>
            </a:extLst>
          </p:cNvPr>
          <p:cNvSpPr>
            <a:spLocks noGrp="1"/>
          </p:cNvSpPr>
          <p:nvPr>
            <p:ph idx="1"/>
          </p:nvPr>
        </p:nvSpPr>
        <p:spPr>
          <a:xfrm>
            <a:off x="8667420" y="2448578"/>
            <a:ext cx="3275850" cy="3728385"/>
          </a:xfrm>
        </p:spPr>
        <p:txBody>
          <a:bodyPr vert="horz" lIns="91440" tIns="45720" rIns="91440" bIns="45720" rtlCol="0" anchor="t">
            <a:normAutofit/>
          </a:bodyPr>
          <a:lstStyle/>
          <a:p>
            <a:r>
              <a:rPr lang="en-US" sz="2000" dirty="0"/>
              <a:t>Stage w/ HTC Vive Pro 2</a:t>
            </a:r>
          </a:p>
          <a:p>
            <a:r>
              <a:rPr lang="en-US" sz="2000" dirty="0"/>
              <a:t>HTC Focus</a:t>
            </a:r>
          </a:p>
          <a:p>
            <a:r>
              <a:rPr lang="en-US" sz="2000" dirty="0"/>
              <a:t>Meta Quest 2 and 3</a:t>
            </a:r>
          </a:p>
          <a:p>
            <a:r>
              <a:rPr lang="en-US" sz="2000" dirty="0"/>
              <a:t>Microsoft Hololens</a:t>
            </a:r>
          </a:p>
          <a:p>
            <a:r>
              <a:rPr lang="en-US" sz="2000"/>
              <a:t>PS Coming Soon</a:t>
            </a:r>
            <a:endParaRPr lang="en-US" sz="2000" dirty="0"/>
          </a:p>
          <a:p>
            <a:r>
              <a:rPr lang="en-US" sz="2000" dirty="0"/>
              <a:t>Break-out areas</a:t>
            </a:r>
          </a:p>
          <a:p>
            <a:endParaRPr lang="en-US" sz="2000"/>
          </a:p>
        </p:txBody>
      </p:sp>
    </p:spTree>
    <p:extLst>
      <p:ext uri="{BB962C8B-B14F-4D97-AF65-F5344CB8AC3E}">
        <p14:creationId xmlns:p14="http://schemas.microsoft.com/office/powerpoint/2010/main" val="84495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D3BA82-83B9-CC70-223C-C2CB80A8C206}"/>
              </a:ext>
            </a:extLst>
          </p:cNvPr>
          <p:cNvSpPr>
            <a:spLocks noGrp="1"/>
          </p:cNvSpPr>
          <p:nvPr>
            <p:ph type="title"/>
          </p:nvPr>
        </p:nvSpPr>
        <p:spPr>
          <a:xfrm>
            <a:off x="630936" y="639520"/>
            <a:ext cx="3429000" cy="1719072"/>
          </a:xfrm>
        </p:spPr>
        <p:txBody>
          <a:bodyPr anchor="b">
            <a:normAutofit/>
          </a:bodyPr>
          <a:lstStyle/>
          <a:p>
            <a:r>
              <a:rPr lang="en-US" sz="5400"/>
              <a:t>Syllabus</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9D87902-F436-557E-00D4-4B54CBEE3E5D}"/>
              </a:ext>
            </a:extLst>
          </p:cNvPr>
          <p:cNvSpPr>
            <a:spLocks noGrp="1"/>
          </p:cNvSpPr>
          <p:nvPr>
            <p:ph idx="1"/>
          </p:nvPr>
        </p:nvSpPr>
        <p:spPr>
          <a:xfrm>
            <a:off x="640229" y="3662135"/>
            <a:ext cx="2555488" cy="1515005"/>
          </a:xfrm>
        </p:spPr>
        <p:txBody>
          <a:bodyPr vert="horz" lIns="91440" tIns="45720" rIns="91440" bIns="45720" rtlCol="0" anchor="t">
            <a:normAutofit/>
          </a:bodyPr>
          <a:lstStyle/>
          <a:p>
            <a:pPr marL="457200" lvl="2">
              <a:buFont typeface="Wingdings" panose="020B0604020202020204" pitchFamily="34" charset="0"/>
              <a:buChar char="§"/>
            </a:pPr>
            <a:r>
              <a:rPr lang="en-US" sz="2200"/>
              <a:t>Weekly Plan</a:t>
            </a:r>
            <a:endParaRPr lang="en-US"/>
          </a:p>
          <a:p>
            <a:pPr marL="457200" lvl="2">
              <a:buFont typeface="Wingdings" panose="020B0604020202020204" pitchFamily="34" charset="0"/>
              <a:buChar char="§"/>
            </a:pPr>
            <a:r>
              <a:rPr lang="en-US" sz="2200" dirty="0"/>
              <a:t>Homework</a:t>
            </a:r>
          </a:p>
          <a:p>
            <a:pPr marL="457200" lvl="2">
              <a:buFont typeface="Wingdings" panose="020B0604020202020204" pitchFamily="34" charset="0"/>
              <a:buChar char="§"/>
            </a:pPr>
            <a:r>
              <a:rPr lang="en-US" sz="2200" dirty="0"/>
              <a:t>Exams</a:t>
            </a:r>
          </a:p>
          <a:p>
            <a:pPr marL="457200" lvl="2">
              <a:buFont typeface="Wingdings" panose="020B0604020202020204" pitchFamily="34" charset="0"/>
              <a:buChar char="§"/>
            </a:pPr>
            <a:r>
              <a:rPr lang="en-US" sz="2200" dirty="0"/>
              <a:t>Final Project</a:t>
            </a:r>
          </a:p>
        </p:txBody>
      </p:sp>
      <p:pic>
        <p:nvPicPr>
          <p:cNvPr id="4" name="Picture 3" descr="A group of people in front of computers&#10;&#10;AI-generated content may be incorrect.">
            <a:extLst>
              <a:ext uri="{FF2B5EF4-FFF2-40B4-BE49-F238E27FC236}">
                <a16:creationId xmlns:a16="http://schemas.microsoft.com/office/drawing/2014/main" id="{98AABB33-E710-623E-5ADF-1DDBBAC2830A}"/>
              </a:ext>
            </a:extLst>
          </p:cNvPr>
          <p:cNvPicPr>
            <a:picLocks noChangeAspect="1"/>
          </p:cNvPicPr>
          <p:nvPr/>
        </p:nvPicPr>
        <p:blipFill>
          <a:blip r:embed="rId2"/>
          <a:stretch>
            <a:fillRect/>
          </a:stretch>
        </p:blipFill>
        <p:spPr>
          <a:xfrm>
            <a:off x="4654296" y="1211180"/>
            <a:ext cx="6903720" cy="4435640"/>
          </a:xfrm>
          <a:prstGeom prst="rect">
            <a:avLst/>
          </a:prstGeom>
        </p:spPr>
      </p:pic>
      <p:pic>
        <p:nvPicPr>
          <p:cNvPr id="5" name="Graphic 4">
            <a:extLst>
              <a:ext uri="{FF2B5EF4-FFF2-40B4-BE49-F238E27FC236}">
                <a16:creationId xmlns:a16="http://schemas.microsoft.com/office/drawing/2014/main" id="{CF8DA351-3A72-80EA-74D4-E68DEBCAF6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2492" y="1488776"/>
            <a:ext cx="904336" cy="861203"/>
          </a:xfrm>
          <a:prstGeom prst="rect">
            <a:avLst/>
          </a:prstGeom>
        </p:spPr>
      </p:pic>
      <p:pic>
        <p:nvPicPr>
          <p:cNvPr id="8" name="Picture 7" descr="A blue sign with white text&#10;&#10;AI-generated content may be incorrect.">
            <a:extLst>
              <a:ext uri="{FF2B5EF4-FFF2-40B4-BE49-F238E27FC236}">
                <a16:creationId xmlns:a16="http://schemas.microsoft.com/office/drawing/2014/main" id="{C2C9C9D0-E692-8AE7-CE75-4D2EF13D328E}"/>
              </a:ext>
            </a:extLst>
          </p:cNvPr>
          <p:cNvPicPr>
            <a:picLocks noChangeAspect="1"/>
          </p:cNvPicPr>
          <p:nvPr/>
        </p:nvPicPr>
        <p:blipFill>
          <a:blip r:embed="rId4"/>
          <a:stretch>
            <a:fillRect/>
          </a:stretch>
        </p:blipFill>
        <p:spPr>
          <a:xfrm>
            <a:off x="2336" y="5032"/>
            <a:ext cx="3388384" cy="838200"/>
          </a:xfrm>
          <a:prstGeom prst="rect">
            <a:avLst/>
          </a:prstGeom>
        </p:spPr>
      </p:pic>
      <p:sp>
        <p:nvSpPr>
          <p:cNvPr id="6" name="TextBox 5">
            <a:extLst>
              <a:ext uri="{FF2B5EF4-FFF2-40B4-BE49-F238E27FC236}">
                <a16:creationId xmlns:a16="http://schemas.microsoft.com/office/drawing/2014/main" id="{DA164202-4922-6EE3-5FB6-93C3D91FE346}"/>
              </a:ext>
            </a:extLst>
          </p:cNvPr>
          <p:cNvSpPr txBox="1"/>
          <p:nvPr/>
        </p:nvSpPr>
        <p:spPr>
          <a:xfrm>
            <a:off x="631902" y="2797098"/>
            <a:ext cx="364273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u="sng" strike="noStrike" baseline="0">
                <a:solidFill>
                  <a:srgbClr val="467886"/>
                </a:solidFill>
                <a:latin typeface="Aptos"/>
                <a:ea typeface="Segoe UI"/>
                <a:cs typeface="Segoe UI"/>
                <a:hlinkClick r:id="rId5"/>
              </a:rPr>
              <a:t>https://canvas.pitt.edu/courses/381238/assignments/syllabus</a:t>
            </a:r>
            <a:r>
              <a:rPr lang="en-US" b="0" i="0" u="none" strike="noStrike" baseline="0">
                <a:solidFill>
                  <a:srgbClr val="000000"/>
                </a:solidFill>
                <a:latin typeface="Aptos"/>
              </a:rPr>
              <a:t> </a:t>
            </a:r>
            <a:r>
              <a:rPr b="0" i="0">
                <a:solidFill>
                  <a:srgbClr val="000000"/>
                </a:solidFill>
                <a:latin typeface="Aptos"/>
                <a:ea typeface="Aptos"/>
                <a:cs typeface="Aptos"/>
              </a:rPr>
              <a:t>​</a:t>
            </a:r>
            <a:endParaRPr lang="en-US" sz="1400"/>
          </a:p>
          <a:p>
            <a:pPr algn="ctr"/>
            <a:endParaRPr lang="en-US" sz="1400"/>
          </a:p>
        </p:txBody>
      </p:sp>
    </p:spTree>
    <p:extLst>
      <p:ext uri="{BB962C8B-B14F-4D97-AF65-F5344CB8AC3E}">
        <p14:creationId xmlns:p14="http://schemas.microsoft.com/office/powerpoint/2010/main" val="4051860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34DA-432B-BDDA-5E1E-AF32E1D8EE1B}"/>
              </a:ext>
            </a:extLst>
          </p:cNvPr>
          <p:cNvSpPr>
            <a:spLocks noGrp="1"/>
          </p:cNvSpPr>
          <p:nvPr>
            <p:ph type="title"/>
          </p:nvPr>
        </p:nvSpPr>
        <p:spPr/>
        <p:txBody>
          <a:bodyPr/>
          <a:lstStyle/>
          <a:p>
            <a:r>
              <a:rPr lang="en-US"/>
              <a:t>Next, let's test out some hardware</a:t>
            </a:r>
          </a:p>
        </p:txBody>
      </p:sp>
      <p:sp>
        <p:nvSpPr>
          <p:cNvPr id="3" name="Content Placeholder 2">
            <a:extLst>
              <a:ext uri="{FF2B5EF4-FFF2-40B4-BE49-F238E27FC236}">
                <a16:creationId xmlns:a16="http://schemas.microsoft.com/office/drawing/2014/main" id="{70A80EDD-FBF9-37D7-5BB0-4A6D6C7B7942}"/>
              </a:ext>
            </a:extLst>
          </p:cNvPr>
          <p:cNvSpPr>
            <a:spLocks noGrp="1"/>
          </p:cNvSpPr>
          <p:nvPr>
            <p:ph idx="1"/>
          </p:nvPr>
        </p:nvSpPr>
        <p:spPr>
          <a:xfrm>
            <a:off x="838200" y="1825625"/>
            <a:ext cx="5257800" cy="2314720"/>
          </a:xfrm>
        </p:spPr>
        <p:txBody>
          <a:bodyPr vert="horz" lIns="91440" tIns="45720" rIns="91440" bIns="45720" rtlCol="0" anchor="t">
            <a:normAutofit fontScale="85000" lnSpcReduction="20000"/>
          </a:bodyPr>
          <a:lstStyle/>
          <a:p>
            <a:r>
              <a:rPr lang="en-US"/>
              <a:t>Quest 3s &amp; 3</a:t>
            </a:r>
            <a:endParaRPr lang="en-US" dirty="0"/>
          </a:p>
          <a:p>
            <a:r>
              <a:rPr lang="en-US"/>
              <a:t>Quest 2 (as backups)</a:t>
            </a:r>
            <a:endParaRPr lang="en-US" dirty="0"/>
          </a:p>
          <a:p>
            <a:r>
              <a:rPr lang="en-US" dirty="0"/>
              <a:t>Stage with HTC </a:t>
            </a:r>
            <a:r>
              <a:rPr lang="en-US" dirty="0" err="1"/>
              <a:t>Vive</a:t>
            </a:r>
            <a:r>
              <a:rPr lang="en-US" dirty="0"/>
              <a:t> Pro 2 (PS have these available also for student use)</a:t>
            </a:r>
          </a:p>
          <a:p>
            <a:r>
              <a:rPr lang="en-US"/>
              <a:t>HoloLens</a:t>
            </a:r>
          </a:p>
          <a:p>
            <a:r>
              <a:rPr lang="en-US" dirty="0"/>
              <a:t>HTC </a:t>
            </a:r>
            <a:r>
              <a:rPr lang="en-US" dirty="0" err="1"/>
              <a:t>Vive</a:t>
            </a:r>
            <a:r>
              <a:rPr lang="en-US" dirty="0"/>
              <a:t> XR</a:t>
            </a:r>
          </a:p>
          <a:p>
            <a:endParaRPr lang="en-US" dirty="0"/>
          </a:p>
        </p:txBody>
      </p:sp>
      <p:pic>
        <p:nvPicPr>
          <p:cNvPr id="5" name="Google Shape;517;p54" descr="A blue sign with white text&#10;&#10;AI-generated content may be incorrect.">
            <a:extLst>
              <a:ext uri="{FF2B5EF4-FFF2-40B4-BE49-F238E27FC236}">
                <a16:creationId xmlns:a16="http://schemas.microsoft.com/office/drawing/2014/main" id="{8AAEE299-6EFC-768C-D420-E23DA7A6F052}"/>
              </a:ext>
            </a:extLst>
          </p:cNvPr>
          <p:cNvPicPr preferRelativeResize="0"/>
          <p:nvPr/>
        </p:nvPicPr>
        <p:blipFill>
          <a:blip r:embed="rId2">
            <a:alphaModFix/>
          </a:blip>
          <a:stretch>
            <a:fillRect/>
          </a:stretch>
        </p:blipFill>
        <p:spPr>
          <a:xfrm>
            <a:off x="9988933" y="0"/>
            <a:ext cx="2203067" cy="530667"/>
          </a:xfrm>
          <a:prstGeom prst="rect">
            <a:avLst/>
          </a:prstGeom>
          <a:noFill/>
          <a:ln>
            <a:noFill/>
          </a:ln>
        </p:spPr>
      </p:pic>
      <p:pic>
        <p:nvPicPr>
          <p:cNvPr id="7" name="Picture 6" descr="A group of people in front of computers&#10;&#10;AI-generated content may be incorrect.">
            <a:extLst>
              <a:ext uri="{FF2B5EF4-FFF2-40B4-BE49-F238E27FC236}">
                <a16:creationId xmlns:a16="http://schemas.microsoft.com/office/drawing/2014/main" id="{03211550-E402-031A-185A-B88DDA0868FD}"/>
              </a:ext>
            </a:extLst>
          </p:cNvPr>
          <p:cNvPicPr>
            <a:picLocks noChangeAspect="1"/>
          </p:cNvPicPr>
          <p:nvPr/>
        </p:nvPicPr>
        <p:blipFill>
          <a:blip r:embed="rId3"/>
          <a:stretch>
            <a:fillRect/>
          </a:stretch>
        </p:blipFill>
        <p:spPr>
          <a:xfrm>
            <a:off x="9985681" y="529955"/>
            <a:ext cx="2204939" cy="1324773"/>
          </a:xfrm>
          <a:prstGeom prst="rect">
            <a:avLst/>
          </a:prstGeom>
        </p:spPr>
      </p:pic>
      <p:pic>
        <p:nvPicPr>
          <p:cNvPr id="8" name="Picture 7">
            <a:extLst>
              <a:ext uri="{FF2B5EF4-FFF2-40B4-BE49-F238E27FC236}">
                <a16:creationId xmlns:a16="http://schemas.microsoft.com/office/drawing/2014/main" id="{D3D4EC24-A667-4235-A7F0-54C234668499}"/>
              </a:ext>
            </a:extLst>
          </p:cNvPr>
          <p:cNvPicPr>
            <a:picLocks noChangeAspect="1"/>
          </p:cNvPicPr>
          <p:nvPr/>
        </p:nvPicPr>
        <p:blipFill>
          <a:blip r:embed="rId4"/>
          <a:srcRect r="205"/>
          <a:stretch>
            <a:fillRect/>
          </a:stretch>
        </p:blipFill>
        <p:spPr>
          <a:xfrm>
            <a:off x="9622457" y="2174487"/>
            <a:ext cx="1789018" cy="1784196"/>
          </a:xfrm>
          <a:prstGeom prst="rect">
            <a:avLst/>
          </a:prstGeom>
        </p:spPr>
      </p:pic>
      <p:pic>
        <p:nvPicPr>
          <p:cNvPr id="9" name="Picture 8">
            <a:extLst>
              <a:ext uri="{FF2B5EF4-FFF2-40B4-BE49-F238E27FC236}">
                <a16:creationId xmlns:a16="http://schemas.microsoft.com/office/drawing/2014/main" id="{2BCC737A-008F-0917-D9CA-8E70EFD43269}"/>
              </a:ext>
            </a:extLst>
          </p:cNvPr>
          <p:cNvPicPr>
            <a:picLocks noChangeAspect="1"/>
          </p:cNvPicPr>
          <p:nvPr/>
        </p:nvPicPr>
        <p:blipFill>
          <a:blip r:embed="rId5"/>
          <a:srcRect/>
          <a:stretch>
            <a:fillRect/>
          </a:stretch>
        </p:blipFill>
        <p:spPr>
          <a:xfrm>
            <a:off x="6920493" y="2676524"/>
            <a:ext cx="2644233" cy="1495658"/>
          </a:xfrm>
          <a:prstGeom prst="rect">
            <a:avLst/>
          </a:prstGeom>
        </p:spPr>
      </p:pic>
      <p:pic>
        <p:nvPicPr>
          <p:cNvPr id="10" name="Picture 9">
            <a:extLst>
              <a:ext uri="{FF2B5EF4-FFF2-40B4-BE49-F238E27FC236}">
                <a16:creationId xmlns:a16="http://schemas.microsoft.com/office/drawing/2014/main" id="{A7DFE408-D16B-C636-403D-8FBF379E0AEA}"/>
              </a:ext>
            </a:extLst>
          </p:cNvPr>
          <p:cNvPicPr>
            <a:picLocks noChangeAspect="1"/>
          </p:cNvPicPr>
          <p:nvPr/>
        </p:nvPicPr>
        <p:blipFill>
          <a:blip r:embed="rId6"/>
          <a:srcRect/>
          <a:stretch>
            <a:fillRect/>
          </a:stretch>
        </p:blipFill>
        <p:spPr>
          <a:xfrm>
            <a:off x="9073143" y="4240948"/>
            <a:ext cx="2732281" cy="1612745"/>
          </a:xfrm>
          <a:prstGeom prst="rect">
            <a:avLst/>
          </a:prstGeom>
        </p:spPr>
      </p:pic>
      <p:pic>
        <p:nvPicPr>
          <p:cNvPr id="11" name="Picture 10">
            <a:extLst>
              <a:ext uri="{FF2B5EF4-FFF2-40B4-BE49-F238E27FC236}">
                <a16:creationId xmlns:a16="http://schemas.microsoft.com/office/drawing/2014/main" id="{61BD9A36-FC7A-FB36-2CD0-0D0FC18751D9}"/>
              </a:ext>
            </a:extLst>
          </p:cNvPr>
          <p:cNvPicPr>
            <a:picLocks noChangeAspect="1"/>
          </p:cNvPicPr>
          <p:nvPr/>
        </p:nvPicPr>
        <p:blipFill>
          <a:blip r:embed="rId7"/>
          <a:srcRect/>
          <a:stretch>
            <a:fillRect/>
          </a:stretch>
        </p:blipFill>
        <p:spPr>
          <a:xfrm>
            <a:off x="5814897" y="4588262"/>
            <a:ext cx="3006647" cy="1608098"/>
          </a:xfrm>
          <a:prstGeom prst="rect">
            <a:avLst/>
          </a:prstGeom>
        </p:spPr>
      </p:pic>
      <p:pic>
        <p:nvPicPr>
          <p:cNvPr id="12" name="Picture 11" descr="/mnt/data/a_clean_modern_educational_tech_scene_in_a_well_l_batch_3.png">
            <a:extLst>
              <a:ext uri="{FF2B5EF4-FFF2-40B4-BE49-F238E27FC236}">
                <a16:creationId xmlns:a16="http://schemas.microsoft.com/office/drawing/2014/main" id="{3A5121C7-6D73-9D74-C108-A74EEEB59E0D}"/>
              </a:ext>
            </a:extLst>
          </p:cNvPr>
          <p:cNvPicPr>
            <a:picLocks noChangeAspect="1"/>
          </p:cNvPicPr>
          <p:nvPr/>
        </p:nvPicPr>
        <p:blipFill>
          <a:blip r:embed="rId8"/>
          <a:srcRect l="2838" r="2838" b="194"/>
          <a:stretch>
            <a:fillRect/>
          </a:stretch>
        </p:blipFill>
        <p:spPr>
          <a:xfrm>
            <a:off x="2806293" y="4583731"/>
            <a:ext cx="2806587" cy="1605793"/>
          </a:xfrm>
          <a:prstGeom prst="rect">
            <a:avLst/>
          </a:prstGeom>
        </p:spPr>
      </p:pic>
    </p:spTree>
    <p:extLst>
      <p:ext uri="{BB962C8B-B14F-4D97-AF65-F5344CB8AC3E}">
        <p14:creationId xmlns:p14="http://schemas.microsoft.com/office/powerpoint/2010/main" val="1298127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9B753-125E-C8A9-CEC9-A577C86F5E36}"/>
              </a:ext>
            </a:extLst>
          </p:cNvPr>
          <p:cNvSpPr>
            <a:spLocks noGrp="1"/>
          </p:cNvSpPr>
          <p:nvPr>
            <p:ph type="title"/>
          </p:nvPr>
        </p:nvSpPr>
        <p:spPr>
          <a:xfrm>
            <a:off x="838200" y="753314"/>
            <a:ext cx="10515600" cy="1325563"/>
          </a:xfrm>
        </p:spPr>
        <p:txBody>
          <a:bodyPr/>
          <a:lstStyle/>
          <a:p>
            <a:r>
              <a:rPr lang="en-US" dirty="0"/>
              <a:t>Development Setup</a:t>
            </a:r>
          </a:p>
        </p:txBody>
      </p:sp>
      <p:sp>
        <p:nvSpPr>
          <p:cNvPr id="3" name="Content Placeholder 2">
            <a:extLst>
              <a:ext uri="{FF2B5EF4-FFF2-40B4-BE49-F238E27FC236}">
                <a16:creationId xmlns:a16="http://schemas.microsoft.com/office/drawing/2014/main" id="{B7C81A4A-4AF5-6EAD-55D6-8447F5B76E02}"/>
              </a:ext>
            </a:extLst>
          </p:cNvPr>
          <p:cNvSpPr>
            <a:spLocks noGrp="1"/>
          </p:cNvSpPr>
          <p:nvPr>
            <p:ph idx="1"/>
          </p:nvPr>
        </p:nvSpPr>
        <p:spPr>
          <a:xfrm>
            <a:off x="838200" y="1825625"/>
            <a:ext cx="7511322" cy="4351338"/>
          </a:xfrm>
        </p:spPr>
        <p:txBody>
          <a:bodyPr vert="horz" lIns="91440" tIns="45720" rIns="91440" bIns="45720" rtlCol="0" anchor="t">
            <a:normAutofit fontScale="62500" lnSpcReduction="20000"/>
          </a:bodyPr>
          <a:lstStyle/>
          <a:p>
            <a:r>
              <a:rPr lang="en-US" dirty="0"/>
              <a:t>GitHub Account</a:t>
            </a:r>
          </a:p>
          <a:p>
            <a:pPr lvl="1">
              <a:buFont typeface="Courier New" panose="020B0604020202020204" pitchFamily="34" charset="0"/>
              <a:buChar char="o"/>
            </a:pPr>
            <a:r>
              <a:rPr lang="en-US" dirty="0">
                <a:hlinkClick r:id="rId2"/>
              </a:rPr>
              <a:t>Github.com</a:t>
            </a:r>
            <a:endParaRPr lang="en-US"/>
          </a:p>
          <a:p>
            <a:pPr lvl="1">
              <a:buFont typeface="Courier New" panose="020B0604020202020204" pitchFamily="34" charset="0"/>
              <a:buChar char="o"/>
            </a:pPr>
            <a:r>
              <a:rPr lang="en-US" dirty="0">
                <a:ea typeface="+mn-lt"/>
                <a:cs typeface="+mn-lt"/>
                <a:hlinkClick r:id="rId3"/>
              </a:rPr>
              <a:t>https://desktop.github.com/download/</a:t>
            </a:r>
            <a:r>
              <a:rPr lang="en-US" dirty="0">
                <a:ea typeface="+mn-lt"/>
                <a:cs typeface="+mn-lt"/>
              </a:rPr>
              <a:t> </a:t>
            </a:r>
            <a:endParaRPr lang="en-US"/>
          </a:p>
          <a:p>
            <a:r>
              <a:rPr lang="en-US" dirty="0"/>
              <a:t>Unity Account</a:t>
            </a:r>
          </a:p>
          <a:p>
            <a:pPr lvl="1">
              <a:buFont typeface="Courier New" panose="020B0604020202020204" pitchFamily="34" charset="0"/>
              <a:buChar char="o"/>
            </a:pPr>
            <a:r>
              <a:rPr lang="en-US" dirty="0">
                <a:ea typeface="+mn-lt"/>
                <a:cs typeface="+mn-lt"/>
                <a:hlinkClick r:id="rId4"/>
              </a:rPr>
              <a:t>https://unity.com/</a:t>
            </a:r>
            <a:r>
              <a:rPr lang="en-US" dirty="0">
                <a:ea typeface="+mn-lt"/>
                <a:cs typeface="+mn-lt"/>
              </a:rPr>
              <a:t> </a:t>
            </a:r>
            <a:endParaRPr lang="en-US" dirty="0"/>
          </a:p>
          <a:p>
            <a:pPr lvl="1">
              <a:buFont typeface="Courier New" panose="020B0604020202020204" pitchFamily="34" charset="0"/>
              <a:buChar char="o"/>
            </a:pPr>
            <a:r>
              <a:rPr lang="en-US" dirty="0">
                <a:ea typeface="+mn-lt"/>
                <a:cs typeface="+mn-lt"/>
                <a:hlinkClick r:id="rId5"/>
              </a:rPr>
              <a:t>https://assetstore.unity.com/</a:t>
            </a:r>
            <a:r>
              <a:rPr lang="en-US" dirty="0">
                <a:ea typeface="+mn-lt"/>
                <a:cs typeface="+mn-lt"/>
              </a:rPr>
              <a:t> </a:t>
            </a:r>
            <a:endParaRPr lang="en-US" dirty="0"/>
          </a:p>
          <a:p>
            <a:r>
              <a:rPr lang="en-US" dirty="0"/>
              <a:t>Visual Studio</a:t>
            </a:r>
          </a:p>
          <a:p>
            <a:pPr lvl="1">
              <a:buFont typeface="Courier New" panose="020B0604020202020204" pitchFamily="34" charset="0"/>
              <a:buChar char="o"/>
            </a:pPr>
            <a:r>
              <a:rPr lang="en-US" dirty="0">
                <a:ea typeface="+mn-lt"/>
                <a:cs typeface="+mn-lt"/>
                <a:hlinkClick r:id="rId6"/>
              </a:rPr>
              <a:t>Visual Studio Setup</a:t>
            </a:r>
            <a:r>
              <a:rPr lang="en-US" dirty="0">
                <a:ea typeface="+mn-lt"/>
                <a:cs typeface="+mn-lt"/>
              </a:rPr>
              <a:t> </a:t>
            </a:r>
          </a:p>
          <a:p>
            <a:pPr lvl="1">
              <a:buFont typeface="Courier New" panose="020B0604020202020204" pitchFamily="34" charset="0"/>
              <a:buChar char="o"/>
            </a:pPr>
            <a:r>
              <a:rPr lang="en-US" dirty="0"/>
              <a:t>Visual Studio 2022, Game Development with Unity</a:t>
            </a:r>
          </a:p>
          <a:p>
            <a:pPr lvl="1">
              <a:buFont typeface="Courier New" panose="020B0604020202020204" pitchFamily="34" charset="0"/>
              <a:buChar char="o"/>
            </a:pPr>
            <a:r>
              <a:rPr lang="en-US" dirty="0"/>
              <a:t>Select 'Sign in with GitHub'</a:t>
            </a:r>
          </a:p>
          <a:p>
            <a:r>
              <a:rPr lang="en-US" dirty="0"/>
              <a:t>Unity 2021</a:t>
            </a:r>
          </a:p>
          <a:p>
            <a:pPr lvl="1"/>
            <a:r>
              <a:rPr lang="en-US" b="1">
                <a:solidFill>
                  <a:srgbClr val="EEEEEE"/>
                </a:solidFill>
                <a:highlight>
                  <a:srgbClr val="191919"/>
                </a:highlight>
              </a:rPr>
              <a:t>2021.3.58f1</a:t>
            </a:r>
            <a:endParaRPr lang="en-US"/>
          </a:p>
          <a:p>
            <a:pPr lvl="1">
              <a:buFont typeface="Courier New" panose="020B0604020202020204" pitchFamily="34" charset="0"/>
              <a:buChar char="o"/>
            </a:pPr>
            <a:r>
              <a:rPr lang="en-US" dirty="0">
                <a:ea typeface="+mn-lt"/>
                <a:cs typeface="+mn-lt"/>
                <a:hlinkClick r:id="rId7"/>
              </a:rPr>
              <a:t>https://unity.com/releases/editor/archive</a:t>
            </a:r>
          </a:p>
          <a:p>
            <a:pPr lvl="1">
              <a:buFont typeface="Courier New" panose="020B0604020202020204" pitchFamily="34" charset="0"/>
              <a:buChar char="o"/>
            </a:pPr>
            <a:r>
              <a:rPr lang="en-US" dirty="0"/>
              <a:t>Uncheck 'Microsoft Visual Studio Community 2019'</a:t>
            </a:r>
          </a:p>
          <a:p>
            <a:pPr lvl="1">
              <a:buFont typeface="Courier New" panose="020B0604020202020204" pitchFamily="34" charset="0"/>
              <a:buChar char="o"/>
            </a:pPr>
            <a:r>
              <a:rPr lang="en-US" dirty="0"/>
              <a:t>Check 'Android Build Support' (and allow sub items to be checked)</a:t>
            </a:r>
          </a:p>
          <a:p>
            <a:pPr lvl="1">
              <a:buFont typeface="Courier New" panose="020B0604020202020204" pitchFamily="34" charset="0"/>
              <a:buChar char="o"/>
            </a:pPr>
            <a:r>
              <a:rPr lang="en-US" dirty="0">
                <a:ea typeface="+mn-lt"/>
                <a:cs typeface="+mn-lt"/>
              </a:rPr>
              <a:t>Check 'Windows Build Support (IL2CPP)' ('Universal' is for Xbox, HoloLens &amp; Windows Store)</a:t>
            </a:r>
          </a:p>
          <a:p>
            <a:endParaRPr lang="en-US" dirty="0">
              <a:ea typeface="+mn-lt"/>
              <a:cs typeface="+mn-lt"/>
            </a:endParaRPr>
          </a:p>
        </p:txBody>
      </p:sp>
      <p:pic>
        <p:nvPicPr>
          <p:cNvPr id="4" name="Picture 3" descr="A screenshot of a computer&#10;&#10;AI-generated content may be incorrect.">
            <a:extLst>
              <a:ext uri="{FF2B5EF4-FFF2-40B4-BE49-F238E27FC236}">
                <a16:creationId xmlns:a16="http://schemas.microsoft.com/office/drawing/2014/main" id="{DE8569DF-EE21-03AF-7383-D4BBF29FA479}"/>
              </a:ext>
            </a:extLst>
          </p:cNvPr>
          <p:cNvPicPr>
            <a:picLocks noChangeAspect="1"/>
          </p:cNvPicPr>
          <p:nvPr/>
        </p:nvPicPr>
        <p:blipFill>
          <a:blip r:embed="rId8"/>
          <a:srcRect t="57" r="56389" b="-181"/>
          <a:stretch>
            <a:fillRect/>
          </a:stretch>
        </p:blipFill>
        <p:spPr>
          <a:xfrm>
            <a:off x="8575622" y="77538"/>
            <a:ext cx="3447742" cy="4443883"/>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A69C7B27-7F7B-3DE5-454F-002C1EA5C0D4}"/>
              </a:ext>
            </a:extLst>
          </p:cNvPr>
          <p:cNvPicPr>
            <a:picLocks noChangeAspect="1"/>
          </p:cNvPicPr>
          <p:nvPr/>
        </p:nvPicPr>
        <p:blipFill>
          <a:blip r:embed="rId9"/>
          <a:stretch>
            <a:fillRect/>
          </a:stretch>
        </p:blipFill>
        <p:spPr>
          <a:xfrm>
            <a:off x="7550670" y="2846570"/>
            <a:ext cx="2249774" cy="198307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9C47940-1B8B-3E65-3515-333EE9132F1D}"/>
              </a:ext>
            </a:extLst>
          </p:cNvPr>
          <p:cNvPicPr>
            <a:picLocks noChangeAspect="1"/>
          </p:cNvPicPr>
          <p:nvPr/>
        </p:nvPicPr>
        <p:blipFill>
          <a:blip r:embed="rId10"/>
          <a:stretch>
            <a:fillRect/>
          </a:stretch>
        </p:blipFill>
        <p:spPr>
          <a:xfrm>
            <a:off x="8522611" y="4962604"/>
            <a:ext cx="3166516" cy="162346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1F74CC4-7757-2FC1-385C-220212CB3FEE}"/>
              </a:ext>
            </a:extLst>
          </p:cNvPr>
          <p:cNvPicPr>
            <a:picLocks noChangeAspect="1"/>
          </p:cNvPicPr>
          <p:nvPr/>
        </p:nvPicPr>
        <p:blipFill>
          <a:blip r:embed="rId11"/>
          <a:stretch>
            <a:fillRect/>
          </a:stretch>
        </p:blipFill>
        <p:spPr>
          <a:xfrm>
            <a:off x="5846599" y="534111"/>
            <a:ext cx="2499943" cy="2172056"/>
          </a:xfrm>
          <a:prstGeom prst="rect">
            <a:avLst/>
          </a:prstGeom>
        </p:spPr>
      </p:pic>
      <p:pic>
        <p:nvPicPr>
          <p:cNvPr id="9" name="Picture 8" descr="A white cat in a black circle&#10;&#10;AI-generated content may be incorrect.">
            <a:extLst>
              <a:ext uri="{FF2B5EF4-FFF2-40B4-BE49-F238E27FC236}">
                <a16:creationId xmlns:a16="http://schemas.microsoft.com/office/drawing/2014/main" id="{C6537067-9650-E76C-F425-40CC4833F78F}"/>
              </a:ext>
            </a:extLst>
          </p:cNvPr>
          <p:cNvPicPr>
            <a:picLocks noChangeAspect="1"/>
          </p:cNvPicPr>
          <p:nvPr/>
        </p:nvPicPr>
        <p:blipFill>
          <a:blip r:embed="rId12"/>
          <a:stretch>
            <a:fillRect/>
          </a:stretch>
        </p:blipFill>
        <p:spPr>
          <a:xfrm>
            <a:off x="6577680" y="2845349"/>
            <a:ext cx="866864" cy="754256"/>
          </a:xfrm>
          <a:prstGeom prst="rect">
            <a:avLst/>
          </a:prstGeom>
        </p:spPr>
      </p:pic>
      <p:pic>
        <p:nvPicPr>
          <p:cNvPr id="10" name="Picture 9" descr="A black and grey cube&#10;&#10;AI-generated content may be incorrect.">
            <a:extLst>
              <a:ext uri="{FF2B5EF4-FFF2-40B4-BE49-F238E27FC236}">
                <a16:creationId xmlns:a16="http://schemas.microsoft.com/office/drawing/2014/main" id="{3EEFE543-275B-C2D0-A58F-C9D9310E6D09}"/>
              </a:ext>
            </a:extLst>
          </p:cNvPr>
          <p:cNvPicPr>
            <a:picLocks noChangeAspect="1"/>
          </p:cNvPicPr>
          <p:nvPr/>
        </p:nvPicPr>
        <p:blipFill>
          <a:blip r:embed="rId13"/>
          <a:stretch>
            <a:fillRect/>
          </a:stretch>
        </p:blipFill>
        <p:spPr>
          <a:xfrm>
            <a:off x="5836289" y="505849"/>
            <a:ext cx="519425" cy="519425"/>
          </a:xfrm>
          <a:prstGeom prst="rect">
            <a:avLst/>
          </a:prstGeom>
        </p:spPr>
      </p:pic>
      <p:pic>
        <p:nvPicPr>
          <p:cNvPr id="13" name="Picture 12" descr="A blue sign with white text&#10;&#10;AI-generated content may be incorrect.">
            <a:extLst>
              <a:ext uri="{FF2B5EF4-FFF2-40B4-BE49-F238E27FC236}">
                <a16:creationId xmlns:a16="http://schemas.microsoft.com/office/drawing/2014/main" id="{6B7D1AAC-3155-4FAD-387E-A7299525C8EC}"/>
              </a:ext>
            </a:extLst>
          </p:cNvPr>
          <p:cNvPicPr>
            <a:picLocks noChangeAspect="1"/>
          </p:cNvPicPr>
          <p:nvPr/>
        </p:nvPicPr>
        <p:blipFill>
          <a:blip r:embed="rId14"/>
          <a:stretch>
            <a:fillRect/>
          </a:stretch>
        </p:blipFill>
        <p:spPr>
          <a:xfrm>
            <a:off x="2336" y="5032"/>
            <a:ext cx="3388384" cy="838200"/>
          </a:xfrm>
          <a:prstGeom prst="rect">
            <a:avLst/>
          </a:prstGeom>
        </p:spPr>
      </p:pic>
    </p:spTree>
    <p:extLst>
      <p:ext uri="{BB962C8B-B14F-4D97-AF65-F5344CB8AC3E}">
        <p14:creationId xmlns:p14="http://schemas.microsoft.com/office/powerpoint/2010/main" val="433105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C7BC-262A-8E95-C544-6A87AC816B06}"/>
              </a:ext>
            </a:extLst>
          </p:cNvPr>
          <p:cNvSpPr>
            <a:spLocks noGrp="1"/>
          </p:cNvSpPr>
          <p:nvPr>
            <p:ph type="title"/>
          </p:nvPr>
        </p:nvSpPr>
        <p:spPr/>
        <p:txBody>
          <a:bodyPr/>
          <a:lstStyle/>
          <a:p>
            <a:r>
              <a:rPr lang="en-US" dirty="0"/>
              <a:t>Setup Notes</a:t>
            </a:r>
          </a:p>
        </p:txBody>
      </p:sp>
      <p:sp>
        <p:nvSpPr>
          <p:cNvPr id="3" name="Content Placeholder 2">
            <a:extLst>
              <a:ext uri="{FF2B5EF4-FFF2-40B4-BE49-F238E27FC236}">
                <a16:creationId xmlns:a16="http://schemas.microsoft.com/office/drawing/2014/main" id="{39BCE1FC-232E-A68A-58A8-4AF2136B0CDA}"/>
              </a:ext>
            </a:extLst>
          </p:cNvPr>
          <p:cNvSpPr>
            <a:spLocks noGrp="1"/>
          </p:cNvSpPr>
          <p:nvPr>
            <p:ph idx="1"/>
          </p:nvPr>
        </p:nvSpPr>
        <p:spPr/>
        <p:txBody>
          <a:bodyPr vert="horz" lIns="91440" tIns="45720" rIns="91440" bIns="45720" rtlCol="0" anchor="t">
            <a:normAutofit lnSpcReduction="10000"/>
          </a:bodyPr>
          <a:lstStyle/>
          <a:p>
            <a:r>
              <a:rPr lang="en-US" sz="4400" dirty="0">
                <a:latin typeface="Aptos Display"/>
              </a:rPr>
              <a:t>C:\GitHub for all projects</a:t>
            </a:r>
          </a:p>
          <a:p>
            <a:pPr lvl="1">
              <a:buFont typeface="Courier New" panose="020B0604020202020204" pitchFamily="34" charset="0"/>
              <a:buChar char="o"/>
            </a:pPr>
            <a:r>
              <a:rPr lang="en-US" dirty="0">
                <a:latin typeface="Aptos"/>
              </a:rPr>
              <a:t>Make a new folder in the root of the C drive, before downloading any projects.</a:t>
            </a:r>
          </a:p>
          <a:p>
            <a:pPr lvl="1">
              <a:buFont typeface="Courier New" panose="020B0604020202020204" pitchFamily="34" charset="0"/>
              <a:buChar char="o"/>
            </a:pPr>
            <a:r>
              <a:rPr lang="en-US" dirty="0">
                <a:latin typeface="Aptos"/>
              </a:rPr>
              <a:t>NOT in Documents</a:t>
            </a:r>
          </a:p>
          <a:p>
            <a:pPr lvl="1">
              <a:buFont typeface="Courier New" panose="020B0604020202020204" pitchFamily="34" charset="0"/>
              <a:buChar char="o"/>
            </a:pPr>
            <a:r>
              <a:rPr lang="en-US" dirty="0">
                <a:latin typeface="Aptos"/>
              </a:rPr>
              <a:t>PS: We can also via P:\VR\Fall-2025 </a:t>
            </a:r>
          </a:p>
          <a:p>
            <a:r>
              <a:rPr lang="en-US" sz="4400" dirty="0">
                <a:latin typeface="Aptos Display"/>
              </a:rPr>
              <a:t>Add Exclusion for GitHub Folder</a:t>
            </a:r>
          </a:p>
          <a:p>
            <a:pPr lvl="1">
              <a:buFont typeface="Courier New" panose="020B0604020202020204" pitchFamily="34" charset="0"/>
              <a:buChar char="o"/>
            </a:pPr>
            <a:r>
              <a:rPr lang="en-US" dirty="0">
                <a:latin typeface="Aptos"/>
              </a:rPr>
              <a:t>Windows Defender, Virus and Threat Protection Settings</a:t>
            </a:r>
          </a:p>
          <a:p>
            <a:pPr lvl="1">
              <a:buFont typeface="Courier New" panose="020B0604020202020204" pitchFamily="34" charset="0"/>
              <a:buChar char="o"/>
            </a:pPr>
            <a:r>
              <a:rPr lang="en-US" dirty="0">
                <a:latin typeface="Aptos"/>
              </a:rPr>
              <a:t>Exclusions</a:t>
            </a:r>
          </a:p>
          <a:p>
            <a:pPr lvl="1">
              <a:buFont typeface="Courier New" panose="020B0604020202020204" pitchFamily="34" charset="0"/>
              <a:buChar char="o"/>
            </a:pPr>
            <a:r>
              <a:rPr lang="en-US" dirty="0">
                <a:latin typeface="Aptos"/>
              </a:rPr>
              <a:t>C:\GitHub</a:t>
            </a:r>
          </a:p>
          <a:p>
            <a:r>
              <a:rPr lang="en-US">
                <a:latin typeface="Aptos"/>
              </a:rPr>
              <a:t>Markdown Editor - </a:t>
            </a:r>
            <a:r>
              <a:rPr lang="en-US" dirty="0">
                <a:ea typeface="+mn-lt"/>
                <a:cs typeface="+mn-lt"/>
                <a:hlinkClick r:id="rId2"/>
              </a:rPr>
              <a:t>https://dillinger.io/</a:t>
            </a:r>
            <a:r>
              <a:rPr lang="en-US" dirty="0">
                <a:ea typeface="+mn-lt"/>
                <a:cs typeface="+mn-lt"/>
              </a:rPr>
              <a:t> </a:t>
            </a:r>
            <a:endParaRPr lang="en-US">
              <a:latin typeface="Aptos"/>
            </a:endParaRPr>
          </a:p>
          <a:p>
            <a:endParaRPr lang="en-US" sz="4400" dirty="0">
              <a:latin typeface="Aptos Display"/>
            </a:endParaRPr>
          </a:p>
          <a:p>
            <a:endParaRPr lang="en-US" dirty="0">
              <a:latin typeface="Aptos"/>
            </a:endParaRPr>
          </a:p>
          <a:p>
            <a:endParaRPr lang="en-US" sz="4400" dirty="0">
              <a:latin typeface="Aptos Display"/>
            </a:endParaRPr>
          </a:p>
          <a:p>
            <a:endParaRPr lang="en-US" dirty="0"/>
          </a:p>
        </p:txBody>
      </p:sp>
      <p:pic>
        <p:nvPicPr>
          <p:cNvPr id="4" name="Graphic 3">
            <a:extLst>
              <a:ext uri="{FF2B5EF4-FFF2-40B4-BE49-F238E27FC236}">
                <a16:creationId xmlns:a16="http://schemas.microsoft.com/office/drawing/2014/main" id="{B72C1BA1-BDDC-E133-F5D2-80275B0945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30341" y="367342"/>
            <a:ext cx="2227052" cy="2097656"/>
          </a:xfrm>
          <a:prstGeom prst="rect">
            <a:avLst/>
          </a:prstGeom>
        </p:spPr>
      </p:pic>
      <p:pic>
        <p:nvPicPr>
          <p:cNvPr id="5" name="Picture 4" descr="Deadpool VR offers chaotic fighting with silly jokes">
            <a:extLst>
              <a:ext uri="{FF2B5EF4-FFF2-40B4-BE49-F238E27FC236}">
                <a16:creationId xmlns:a16="http://schemas.microsoft.com/office/drawing/2014/main" id="{C3F210E9-DF70-122B-C5A5-7815C1A0605B}"/>
              </a:ext>
            </a:extLst>
          </p:cNvPr>
          <p:cNvPicPr>
            <a:picLocks noChangeAspect="1"/>
          </p:cNvPicPr>
          <p:nvPr/>
        </p:nvPicPr>
        <p:blipFill>
          <a:blip r:embed="rId4"/>
          <a:stretch>
            <a:fillRect/>
          </a:stretch>
        </p:blipFill>
        <p:spPr>
          <a:xfrm>
            <a:off x="9125759" y="5031986"/>
            <a:ext cx="2897577" cy="1509802"/>
          </a:xfrm>
          <a:prstGeom prst="rect">
            <a:avLst/>
          </a:prstGeom>
        </p:spPr>
      </p:pic>
    </p:spTree>
    <p:extLst>
      <p:ext uri="{BB962C8B-B14F-4D97-AF65-F5344CB8AC3E}">
        <p14:creationId xmlns:p14="http://schemas.microsoft.com/office/powerpoint/2010/main" val="1404258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927A-D76E-295C-2505-C624E8FF6FBE}"/>
              </a:ext>
            </a:extLst>
          </p:cNvPr>
          <p:cNvSpPr>
            <a:spLocks noGrp="1"/>
          </p:cNvSpPr>
          <p:nvPr>
            <p:ph type="title"/>
          </p:nvPr>
        </p:nvSpPr>
        <p:spPr/>
        <p:txBody>
          <a:bodyPr/>
          <a:lstStyle/>
          <a:p>
            <a:r>
              <a:rPr lang="en-US" dirty="0"/>
              <a:t>This may take a while</a:t>
            </a:r>
          </a:p>
        </p:txBody>
      </p:sp>
      <p:pic>
        <p:nvPicPr>
          <p:cNvPr id="4" name="Content Placeholder 3" descr="A screenshot of a computer&#10;&#10;AI-generated content may be incorrect.">
            <a:extLst>
              <a:ext uri="{FF2B5EF4-FFF2-40B4-BE49-F238E27FC236}">
                <a16:creationId xmlns:a16="http://schemas.microsoft.com/office/drawing/2014/main" id="{B3BBC9D3-9C62-F801-64CA-584213639894}"/>
              </a:ext>
            </a:extLst>
          </p:cNvPr>
          <p:cNvPicPr>
            <a:picLocks noGrp="1" noChangeAspect="1"/>
          </p:cNvPicPr>
          <p:nvPr>
            <p:ph idx="1"/>
          </p:nvPr>
        </p:nvPicPr>
        <p:blipFill>
          <a:blip r:embed="rId2"/>
          <a:stretch>
            <a:fillRect/>
          </a:stretch>
        </p:blipFill>
        <p:spPr>
          <a:xfrm>
            <a:off x="1153382" y="1724984"/>
            <a:ext cx="7412329" cy="4351338"/>
          </a:xfrm>
          <a:prstGeom prst="rect">
            <a:avLst/>
          </a:prstGeom>
        </p:spPr>
      </p:pic>
      <p:pic>
        <p:nvPicPr>
          <p:cNvPr id="5" name="Picture 4" descr="A group of people in front of computers&#10;&#10;AI-generated content may be incorrect.">
            <a:extLst>
              <a:ext uri="{FF2B5EF4-FFF2-40B4-BE49-F238E27FC236}">
                <a16:creationId xmlns:a16="http://schemas.microsoft.com/office/drawing/2014/main" id="{77A8FDED-3E3F-5E14-8113-C1DA0A290E86}"/>
              </a:ext>
            </a:extLst>
          </p:cNvPr>
          <p:cNvPicPr>
            <a:picLocks noChangeAspect="1"/>
          </p:cNvPicPr>
          <p:nvPr/>
        </p:nvPicPr>
        <p:blipFill>
          <a:blip r:embed="rId3"/>
          <a:stretch>
            <a:fillRect/>
          </a:stretch>
        </p:blipFill>
        <p:spPr>
          <a:xfrm>
            <a:off x="9916409" y="3482"/>
            <a:ext cx="2274211" cy="1373263"/>
          </a:xfrm>
          <a:prstGeom prst="rect">
            <a:avLst/>
          </a:prstGeom>
        </p:spPr>
      </p:pic>
      <p:pic>
        <p:nvPicPr>
          <p:cNvPr id="6" name="Picture 5" descr="GORN Review - PlayStation VR - ThisGenGaming">
            <a:extLst>
              <a:ext uri="{FF2B5EF4-FFF2-40B4-BE49-F238E27FC236}">
                <a16:creationId xmlns:a16="http://schemas.microsoft.com/office/drawing/2014/main" id="{D40CBD15-73A5-1E34-2641-18631675A725}"/>
              </a:ext>
            </a:extLst>
          </p:cNvPr>
          <p:cNvPicPr>
            <a:picLocks noChangeAspect="1"/>
          </p:cNvPicPr>
          <p:nvPr/>
        </p:nvPicPr>
        <p:blipFill>
          <a:blip r:embed="rId4"/>
          <a:stretch>
            <a:fillRect/>
          </a:stretch>
        </p:blipFill>
        <p:spPr>
          <a:xfrm>
            <a:off x="9454551" y="5317286"/>
            <a:ext cx="2743200" cy="1543050"/>
          </a:xfrm>
          <a:prstGeom prst="rect">
            <a:avLst/>
          </a:prstGeom>
        </p:spPr>
      </p:pic>
    </p:spTree>
    <p:extLst>
      <p:ext uri="{BB962C8B-B14F-4D97-AF65-F5344CB8AC3E}">
        <p14:creationId xmlns:p14="http://schemas.microsoft.com/office/powerpoint/2010/main" val="18564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D641-CF50-F378-79D6-F841507D1A95}"/>
              </a:ext>
            </a:extLst>
          </p:cNvPr>
          <p:cNvSpPr>
            <a:spLocks noGrp="1"/>
          </p:cNvSpPr>
          <p:nvPr>
            <p:ph type="title"/>
          </p:nvPr>
        </p:nvSpPr>
        <p:spPr/>
        <p:txBody>
          <a:bodyPr/>
          <a:lstStyle/>
          <a:p>
            <a:r>
              <a:rPr lang="en-US" dirty="0"/>
              <a:t>Intro to Unity</a:t>
            </a:r>
          </a:p>
        </p:txBody>
      </p:sp>
      <p:pic>
        <p:nvPicPr>
          <p:cNvPr id="4" name="Content Placeholder 3" descr="Unity - Manual: Unity's interface">
            <a:extLst>
              <a:ext uri="{FF2B5EF4-FFF2-40B4-BE49-F238E27FC236}">
                <a16:creationId xmlns:a16="http://schemas.microsoft.com/office/drawing/2014/main" id="{C0161932-AD28-98AA-5CC0-EF21FB3FAAFC}"/>
              </a:ext>
            </a:extLst>
          </p:cNvPr>
          <p:cNvPicPr>
            <a:picLocks noGrp="1" noChangeAspect="1"/>
          </p:cNvPicPr>
          <p:nvPr>
            <p:ph idx="1"/>
          </p:nvPr>
        </p:nvPicPr>
        <p:blipFill>
          <a:blip r:embed="rId2"/>
          <a:stretch>
            <a:fillRect/>
          </a:stretch>
        </p:blipFill>
        <p:spPr>
          <a:xfrm>
            <a:off x="357727" y="3753014"/>
            <a:ext cx="3583376" cy="2595652"/>
          </a:xfrm>
          <a:prstGeom prst="rect">
            <a:avLst/>
          </a:prstGeom>
        </p:spPr>
      </p:pic>
      <p:pic>
        <p:nvPicPr>
          <p:cNvPr id="5" name="Picture 4" descr="Unity 2021 - Editor UI and Basic ...">
            <a:extLst>
              <a:ext uri="{FF2B5EF4-FFF2-40B4-BE49-F238E27FC236}">
                <a16:creationId xmlns:a16="http://schemas.microsoft.com/office/drawing/2014/main" id="{211316BE-AEC8-B1A8-6AA5-F8DEB85E9E90}"/>
              </a:ext>
            </a:extLst>
          </p:cNvPr>
          <p:cNvPicPr>
            <a:picLocks noChangeAspect="1"/>
          </p:cNvPicPr>
          <p:nvPr/>
        </p:nvPicPr>
        <p:blipFill>
          <a:blip r:embed="rId3"/>
          <a:stretch>
            <a:fillRect/>
          </a:stretch>
        </p:blipFill>
        <p:spPr>
          <a:xfrm>
            <a:off x="4240692" y="330451"/>
            <a:ext cx="7563747" cy="4260010"/>
          </a:xfrm>
          <a:prstGeom prst="rect">
            <a:avLst/>
          </a:prstGeom>
        </p:spPr>
      </p:pic>
      <p:sp>
        <p:nvSpPr>
          <p:cNvPr id="6" name="TextBox 5">
            <a:extLst>
              <a:ext uri="{FF2B5EF4-FFF2-40B4-BE49-F238E27FC236}">
                <a16:creationId xmlns:a16="http://schemas.microsoft.com/office/drawing/2014/main" id="{10E3778C-115D-40EC-8DB6-34CB31ED55AE}"/>
              </a:ext>
            </a:extLst>
          </p:cNvPr>
          <p:cNvSpPr txBox="1"/>
          <p:nvPr/>
        </p:nvSpPr>
        <p:spPr>
          <a:xfrm>
            <a:off x="575733" y="1723047"/>
            <a:ext cx="366271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Wingdings"/>
              <a:buChar char="§"/>
            </a:pPr>
            <a:r>
              <a:rPr lang="en-US" dirty="0"/>
              <a:t>Toolbar</a:t>
            </a:r>
          </a:p>
          <a:p>
            <a:pPr marL="285750" indent="-285750">
              <a:buFont typeface="Wingdings"/>
              <a:buChar char="§"/>
            </a:pPr>
            <a:r>
              <a:rPr lang="en-US" dirty="0"/>
              <a:t>Hierarchy Window</a:t>
            </a:r>
          </a:p>
          <a:p>
            <a:pPr marL="285750" indent="-285750">
              <a:buFont typeface="Wingdings"/>
              <a:buChar char="§"/>
            </a:pPr>
            <a:r>
              <a:rPr lang="en-US" dirty="0"/>
              <a:t>Scene View (And Game View)</a:t>
            </a:r>
          </a:p>
          <a:p>
            <a:pPr marL="285750" indent="-285750">
              <a:buFont typeface="Wingdings"/>
              <a:buChar char="§"/>
            </a:pPr>
            <a:r>
              <a:rPr lang="en-US" dirty="0"/>
              <a:t>Inspector Panel</a:t>
            </a:r>
            <a:endParaRPr lang="en-US" dirty="0" err="1"/>
          </a:p>
          <a:p>
            <a:pPr marL="285750" indent="-285750">
              <a:buFont typeface="Wingdings"/>
              <a:buChar char="§"/>
            </a:pPr>
            <a:r>
              <a:rPr lang="en-US" dirty="0"/>
              <a:t>Project Window</a:t>
            </a:r>
          </a:p>
        </p:txBody>
      </p:sp>
      <p:sp>
        <p:nvSpPr>
          <p:cNvPr id="3" name="TextBox 2">
            <a:extLst>
              <a:ext uri="{FF2B5EF4-FFF2-40B4-BE49-F238E27FC236}">
                <a16:creationId xmlns:a16="http://schemas.microsoft.com/office/drawing/2014/main" id="{CC8978C0-BADB-DD6D-AAC2-3FC488951405}"/>
              </a:ext>
            </a:extLst>
          </p:cNvPr>
          <p:cNvSpPr txBox="1"/>
          <p:nvPr/>
        </p:nvSpPr>
        <p:spPr>
          <a:xfrm>
            <a:off x="4562707" y="5519854"/>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Example project to check out:</a:t>
            </a:r>
            <a:endParaRPr lang="en-US" dirty="0"/>
          </a:p>
          <a:p>
            <a:r>
              <a:rPr lang="en-US" dirty="0">
                <a:hlinkClick r:id="rId4"/>
              </a:rPr>
              <a:t>https://github.com/jcallinan/VRPsych2024</a:t>
            </a:r>
            <a:r>
              <a:rPr lang="en-US" dirty="0"/>
              <a:t> </a:t>
            </a:r>
          </a:p>
        </p:txBody>
      </p:sp>
    </p:spTree>
    <p:extLst>
      <p:ext uri="{BB962C8B-B14F-4D97-AF65-F5344CB8AC3E}">
        <p14:creationId xmlns:p14="http://schemas.microsoft.com/office/powerpoint/2010/main" val="1965346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F06B-5BD3-DDD9-5B70-BD978B6E4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C2AAD-999B-C275-D9CE-CB7F2F52E152}"/>
              </a:ext>
            </a:extLst>
          </p:cNvPr>
          <p:cNvSpPr>
            <a:spLocks noGrp="1"/>
          </p:cNvSpPr>
          <p:nvPr>
            <p:ph type="title"/>
          </p:nvPr>
        </p:nvSpPr>
        <p:spPr/>
        <p:txBody>
          <a:bodyPr>
            <a:normAutofit/>
          </a:bodyPr>
          <a:lstStyle/>
          <a:p>
            <a:r>
              <a:rPr lang="en-US" sz="6000">
                <a:ea typeface="+mj-lt"/>
                <a:cs typeface="+mj-lt"/>
              </a:rPr>
              <a:t>Steam VR SDK</a:t>
            </a:r>
            <a:endParaRPr lang="en-US"/>
          </a:p>
        </p:txBody>
      </p:sp>
      <p:sp>
        <p:nvSpPr>
          <p:cNvPr id="3" name="Content Placeholder 2">
            <a:extLst>
              <a:ext uri="{FF2B5EF4-FFF2-40B4-BE49-F238E27FC236}">
                <a16:creationId xmlns:a16="http://schemas.microsoft.com/office/drawing/2014/main" id="{5CE73B31-4165-D64A-533A-0A151F355430}"/>
              </a:ext>
            </a:extLst>
          </p:cNvPr>
          <p:cNvSpPr>
            <a:spLocks noGrp="1"/>
          </p:cNvSpPr>
          <p:nvPr>
            <p:ph idx="1"/>
          </p:nvPr>
        </p:nvSpPr>
        <p:spPr>
          <a:xfrm>
            <a:off x="838200" y="1825625"/>
            <a:ext cx="10515600" cy="740740"/>
          </a:xfrm>
        </p:spPr>
        <p:txBody>
          <a:bodyPr vert="horz" lIns="91440" tIns="45720" rIns="91440" bIns="45720" rtlCol="0" anchor="t">
            <a:normAutofit/>
          </a:bodyPr>
          <a:lstStyle/>
          <a:p>
            <a:r>
              <a:rPr lang="en-US" dirty="0">
                <a:ea typeface="+mn-lt"/>
                <a:cs typeface="+mn-lt"/>
                <a:hlinkClick r:id="rId2"/>
              </a:rPr>
              <a:t>https://store.steampowered.com/app/250820/SteamVR/</a:t>
            </a:r>
            <a:r>
              <a:rPr lang="en-US" dirty="0">
                <a:ea typeface="+mn-lt"/>
                <a:cs typeface="+mn-lt"/>
              </a:rPr>
              <a:t> </a:t>
            </a:r>
          </a:p>
        </p:txBody>
      </p:sp>
      <p:pic>
        <p:nvPicPr>
          <p:cNvPr id="7" name="Picture 6" descr="A group of people in front of computers&#10;&#10;AI-generated content may be incorrect.">
            <a:extLst>
              <a:ext uri="{FF2B5EF4-FFF2-40B4-BE49-F238E27FC236}">
                <a16:creationId xmlns:a16="http://schemas.microsoft.com/office/drawing/2014/main" id="{3504B828-47AF-1591-1FE4-3874B325D645}"/>
              </a:ext>
            </a:extLst>
          </p:cNvPr>
          <p:cNvPicPr>
            <a:picLocks noChangeAspect="1"/>
          </p:cNvPicPr>
          <p:nvPr/>
        </p:nvPicPr>
        <p:blipFill>
          <a:blip r:embed="rId3"/>
          <a:stretch>
            <a:fillRect/>
          </a:stretch>
        </p:blipFill>
        <p:spPr>
          <a:xfrm>
            <a:off x="9985681" y="529955"/>
            <a:ext cx="2204939" cy="1324773"/>
          </a:xfrm>
          <a:prstGeom prst="rect">
            <a:avLst/>
          </a:prstGeom>
        </p:spPr>
      </p:pic>
      <p:sp>
        <p:nvSpPr>
          <p:cNvPr id="6" name="TextBox 5">
            <a:extLst>
              <a:ext uri="{FF2B5EF4-FFF2-40B4-BE49-F238E27FC236}">
                <a16:creationId xmlns:a16="http://schemas.microsoft.com/office/drawing/2014/main" id="{988F9CA6-F7A9-A2A7-E1E5-05E1087D421B}"/>
              </a:ext>
            </a:extLst>
          </p:cNvPr>
          <p:cNvSpPr txBox="1"/>
          <p:nvPr/>
        </p:nvSpPr>
        <p:spPr>
          <a:xfrm>
            <a:off x="1080655" y="2431474"/>
            <a:ext cx="844434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dirty="0"/>
              <a:t>Steam VR &amp; Steam VR Test Scene - an extensive example including picking up, throwing objects, and animated hands - Interaction System example at /</a:t>
            </a:r>
            <a:r>
              <a:rPr lang="en-US" dirty="0" err="1"/>
              <a:t>SteamVR</a:t>
            </a:r>
            <a:r>
              <a:rPr lang="en-US" dirty="0"/>
              <a:t>/Interaction System/Samples/</a:t>
            </a:r>
            <a:r>
              <a:rPr lang="en-US" dirty="0" err="1"/>
              <a:t>Interactions_Example</a:t>
            </a:r>
            <a:r>
              <a:rPr lang="en-US" dirty="0"/>
              <a:t>​</a:t>
            </a:r>
            <a:endParaRPr lang="en-US"/>
          </a:p>
          <a:p>
            <a:pPr algn="l" rtl="0"/>
            <a:r>
              <a:rPr lang="en-US" dirty="0">
                <a:hlinkClick r:id="rId2">
                  <a:extLst>
                    <a:ext uri="{A12FA001-AC4F-418D-AE19-62706E023703}">
                      <ahyp:hlinkClr xmlns:ahyp="http://schemas.microsoft.com/office/drawing/2018/hyperlinkcolor" val="tx"/>
                    </a:ext>
                  </a:extLst>
                </a:hlinkClick>
              </a:rPr>
              <a:t>https://store.steampowered.com/app/250820/SteamVR/</a:t>
            </a:r>
            <a:r>
              <a:rPr lang="en-US" dirty="0"/>
              <a:t> </a:t>
            </a:r>
            <a:r>
              <a:rPr lang="en-US"/>
              <a:t>​</a:t>
            </a:r>
          </a:p>
          <a:p>
            <a:pPr algn="ctr"/>
            <a:endParaRPr lang="en-US" dirty="0"/>
          </a:p>
        </p:txBody>
      </p:sp>
      <p:pic>
        <p:nvPicPr>
          <p:cNvPr id="10" name="Google Shape;517;p54" descr="A blue sign with white text&#10;&#10;AI-generated content may be incorrect.">
            <a:extLst>
              <a:ext uri="{FF2B5EF4-FFF2-40B4-BE49-F238E27FC236}">
                <a16:creationId xmlns:a16="http://schemas.microsoft.com/office/drawing/2014/main" id="{CF916FC0-8AC9-C0DF-92C1-EF05255E013F}"/>
              </a:ext>
            </a:extLst>
          </p:cNvPr>
          <p:cNvPicPr preferRelativeResize="0"/>
          <p:nvPr/>
        </p:nvPicPr>
        <p:blipFill>
          <a:blip r:embed="rId4">
            <a:alphaModFix/>
          </a:blip>
          <a:stretch>
            <a:fillRect/>
          </a:stretch>
        </p:blipFill>
        <p:spPr>
          <a:xfrm>
            <a:off x="9988933" y="0"/>
            <a:ext cx="2203067" cy="530667"/>
          </a:xfrm>
          <a:prstGeom prst="rect">
            <a:avLst/>
          </a:prstGeom>
          <a:noFill/>
          <a:ln>
            <a:noFill/>
          </a:ln>
        </p:spPr>
      </p:pic>
    </p:spTree>
    <p:extLst>
      <p:ext uri="{BB962C8B-B14F-4D97-AF65-F5344CB8AC3E}">
        <p14:creationId xmlns:p14="http://schemas.microsoft.com/office/powerpoint/2010/main" val="27543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4"/>
          <p:cNvSpPr txBox="1">
            <a:spLocks noGrp="1"/>
          </p:cNvSpPr>
          <p:nvPr>
            <p:ph type="title"/>
          </p:nvPr>
        </p:nvSpPr>
        <p:spPr>
          <a:xfrm>
            <a:off x="680321" y="753228"/>
            <a:ext cx="9614000" cy="1080800"/>
          </a:xfrm>
          <a:prstGeom prst="rect">
            <a:avLst/>
          </a:prstGeom>
        </p:spPr>
        <p:txBody>
          <a:bodyPr spcFirstLastPara="1" vert="horz" wrap="square" lIns="91433" tIns="45700" rIns="91433" bIns="45700" rtl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ts val="1100"/>
              <a:buFont typeface="Arial"/>
              <a:buNone/>
            </a:pPr>
            <a:r>
              <a:rPr lang="en" sz="4400" dirty="0">
                <a:latin typeface="Aptos Display"/>
              </a:rPr>
              <a:t>Unity &amp; </a:t>
            </a:r>
            <a:r>
              <a:rPr lang="en" sz="4400" dirty="0" err="1">
                <a:latin typeface="Aptos Display"/>
              </a:rPr>
              <a:t>SteamVR</a:t>
            </a:r>
            <a:r>
              <a:rPr lang="en" sz="4400" dirty="0">
                <a:latin typeface="Aptos Display"/>
              </a:rPr>
              <a:t> : </a:t>
            </a:r>
            <a:r>
              <a:rPr lang="en" sz="4400" dirty="0" err="1">
                <a:latin typeface="Aptos Display"/>
              </a:rPr>
              <a:t>SteamVR</a:t>
            </a:r>
            <a:endParaRPr lang="en-US" sz="4400">
              <a:latin typeface="Aptos Display"/>
            </a:endParaRPr>
          </a:p>
          <a:p>
            <a:pPr marL="0" lvl="0" indent="0" algn="l" rtl="0">
              <a:spcBef>
                <a:spcPts val="0"/>
              </a:spcBef>
              <a:spcAft>
                <a:spcPts val="0"/>
              </a:spcAft>
              <a:buNone/>
            </a:pPr>
            <a:endParaRPr/>
          </a:p>
        </p:txBody>
      </p:sp>
      <p:sp>
        <p:nvSpPr>
          <p:cNvPr id="513" name="Google Shape;513;p54"/>
          <p:cNvSpPr txBox="1">
            <a:spLocks noGrp="1"/>
          </p:cNvSpPr>
          <p:nvPr>
            <p:ph type="body" idx="1"/>
          </p:nvPr>
        </p:nvSpPr>
        <p:spPr>
          <a:xfrm>
            <a:off x="402000" y="2081900"/>
            <a:ext cx="3333200" cy="2314000"/>
          </a:xfrm>
          <a:prstGeom prst="rect">
            <a:avLst/>
          </a:prstGeom>
          <a:solidFill>
            <a:schemeClr val="bg1"/>
          </a:solidFill>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nSpc>
                <a:spcPct val="150000"/>
              </a:lnSpc>
              <a:buNone/>
            </a:pPr>
            <a:r>
              <a:rPr lang="en" sz="2100" dirty="0">
                <a:latin typeface="Open Sans"/>
                <a:ea typeface="Open Sans"/>
                <a:cs typeface="Open Sans"/>
                <a:sym typeface="Open Sans"/>
              </a:rPr>
              <a:t>Add the </a:t>
            </a:r>
            <a:r>
              <a:rPr lang="en" sz="2100" dirty="0" err="1">
                <a:latin typeface="Open Sans"/>
                <a:ea typeface="Open Sans"/>
                <a:cs typeface="Open Sans"/>
                <a:sym typeface="Open Sans"/>
              </a:rPr>
              <a:t>SteamVR</a:t>
            </a:r>
            <a:r>
              <a:rPr lang="en" sz="2100" dirty="0">
                <a:latin typeface="Open Sans"/>
                <a:ea typeface="Open Sans"/>
                <a:cs typeface="Open Sans"/>
                <a:sym typeface="Open Sans"/>
              </a:rPr>
              <a:t> Plugin to your assets and open in Unity:</a:t>
            </a:r>
            <a:endParaRPr sz="2100" dirty="0">
              <a:latin typeface="Open Sans"/>
              <a:ea typeface="Open Sans"/>
              <a:cs typeface="Open Sans"/>
              <a:sym typeface="Open Sans"/>
            </a:endParaRPr>
          </a:p>
          <a:p>
            <a:pPr marL="608965" lvl="0" indent="-414655" algn="l" rtl="0">
              <a:lnSpc>
                <a:spcPct val="150000"/>
              </a:lnSpc>
              <a:spcBef>
                <a:spcPts val="1600"/>
              </a:spcBef>
              <a:spcAft>
                <a:spcPts val="0"/>
              </a:spcAft>
              <a:buSzPts val="1300"/>
              <a:buFont typeface="Open Sans"/>
              <a:buAutoNum type="arabicPeriod"/>
            </a:pPr>
            <a:r>
              <a:rPr lang="en" sz="1733">
                <a:latin typeface="Open Sans"/>
                <a:ea typeface="Open Sans"/>
                <a:cs typeface="Open Sans"/>
                <a:sym typeface="Open Sans"/>
              </a:rPr>
              <a:t>Click on the link</a:t>
            </a:r>
            <a:endParaRPr sz="1733">
              <a:latin typeface="Open Sans"/>
              <a:ea typeface="Open Sans"/>
              <a:cs typeface="Open Sans"/>
            </a:endParaRPr>
          </a:p>
          <a:p>
            <a:pPr marL="608965" lvl="0" indent="-414655" algn="l" rtl="0">
              <a:lnSpc>
                <a:spcPct val="150000"/>
              </a:lnSpc>
              <a:spcBef>
                <a:spcPts val="0"/>
              </a:spcBef>
              <a:spcAft>
                <a:spcPts val="0"/>
              </a:spcAft>
              <a:buSzPts val="1300"/>
              <a:buFont typeface="Open Sans"/>
              <a:buAutoNum type="arabicPeriod"/>
            </a:pPr>
            <a:r>
              <a:rPr lang="en" sz="1733">
                <a:latin typeface="Open Sans"/>
                <a:ea typeface="Open Sans"/>
                <a:cs typeface="Open Sans"/>
                <a:sym typeface="Open Sans"/>
              </a:rPr>
              <a:t>Click on ‘Open in Unity’</a:t>
            </a:r>
            <a:endParaRPr sz="1733">
              <a:latin typeface="Open Sans"/>
              <a:ea typeface="Open Sans"/>
              <a:cs typeface="Open Sans"/>
            </a:endParaRPr>
          </a:p>
          <a:p>
            <a:pPr marL="608965" lvl="0" indent="-380365" algn="l" rtl="0">
              <a:lnSpc>
                <a:spcPct val="150000"/>
              </a:lnSpc>
              <a:spcBef>
                <a:spcPts val="0"/>
              </a:spcBef>
              <a:spcAft>
                <a:spcPts val="0"/>
              </a:spcAft>
              <a:buSzPts val="900"/>
              <a:buFont typeface="Open Sans"/>
              <a:buAutoNum type="arabicPeriod"/>
            </a:pPr>
            <a:r>
              <a:rPr lang="en" sz="1733">
                <a:latin typeface="Open Sans"/>
                <a:ea typeface="Open Sans"/>
                <a:cs typeface="Open Sans"/>
                <a:sym typeface="Open Sans"/>
              </a:rPr>
              <a:t>If that’s not there, click on ‘Add to My Assets’</a:t>
            </a:r>
            <a:endParaRPr sz="1733">
              <a:latin typeface="Open Sans"/>
              <a:ea typeface="Open Sans"/>
              <a:cs typeface="Open Sans"/>
            </a:endParaRPr>
          </a:p>
          <a:p>
            <a:pPr marL="609585" lvl="0" indent="0" algn="l" rtl="0">
              <a:lnSpc>
                <a:spcPct val="150000"/>
              </a:lnSpc>
              <a:spcBef>
                <a:spcPts val="1600"/>
              </a:spcBef>
              <a:spcAft>
                <a:spcPts val="1600"/>
              </a:spcAft>
              <a:buNone/>
            </a:pPr>
            <a:endParaRPr sz="1067">
              <a:latin typeface="Open Sans"/>
              <a:ea typeface="Open Sans"/>
              <a:cs typeface="Open Sans"/>
              <a:sym typeface="Open Sans"/>
            </a:endParaRPr>
          </a:p>
        </p:txBody>
      </p:sp>
      <p:sp>
        <p:nvSpPr>
          <p:cNvPr id="514" name="Google Shape;514;p54"/>
          <p:cNvSpPr txBox="1"/>
          <p:nvPr/>
        </p:nvSpPr>
        <p:spPr>
          <a:xfrm>
            <a:off x="3735133" y="2081900"/>
            <a:ext cx="8317200" cy="861542"/>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333" u="sng">
                <a:solidFill>
                  <a:schemeClr val="hlink"/>
                </a:solidFill>
                <a:hlinkClick r:id="rId3"/>
              </a:rPr>
              <a:t>https://assetstore.unity.com/packages/tools/integration/steamvr-plugin-32647?gclid=Cj0KCQjwy9-kBhCHARIsAHpBjHjIePEVu9R_zLplHHlVamVGslT8foRndRg4GEenoPYohDI8QuCqExAaAi3gEALw_wcB&amp;gclsrc=aw.ds</a:t>
            </a:r>
            <a:r>
              <a:rPr lang="en" sz="1333"/>
              <a:t> </a:t>
            </a:r>
            <a:endParaRPr sz="1333"/>
          </a:p>
        </p:txBody>
      </p:sp>
      <p:pic>
        <p:nvPicPr>
          <p:cNvPr id="517" name="Google Shape;517;p54"/>
          <p:cNvPicPr preferRelativeResize="0"/>
          <p:nvPr/>
        </p:nvPicPr>
        <p:blipFill>
          <a:blip r:embed="rId4">
            <a:alphaModFix/>
          </a:blip>
          <a:stretch>
            <a:fillRect/>
          </a:stretch>
        </p:blipFill>
        <p:spPr>
          <a:xfrm>
            <a:off x="9988933" y="0"/>
            <a:ext cx="2203067" cy="530667"/>
          </a:xfrm>
          <a:prstGeom prst="rect">
            <a:avLst/>
          </a:prstGeom>
          <a:noFill/>
          <a:ln>
            <a:noFill/>
          </a:ln>
        </p:spPr>
      </p:pic>
      <p:pic>
        <p:nvPicPr>
          <p:cNvPr id="2" name="Picture 1">
            <a:extLst>
              <a:ext uri="{FF2B5EF4-FFF2-40B4-BE49-F238E27FC236}">
                <a16:creationId xmlns:a16="http://schemas.microsoft.com/office/drawing/2014/main" id="{C91CF632-35E3-6E71-C89D-60D3169CFF4E}"/>
              </a:ext>
            </a:extLst>
          </p:cNvPr>
          <p:cNvPicPr>
            <a:picLocks noChangeAspect="1"/>
          </p:cNvPicPr>
          <p:nvPr/>
        </p:nvPicPr>
        <p:blipFill>
          <a:blip r:embed="rId5"/>
          <a:stretch>
            <a:fillRect/>
          </a:stretch>
        </p:blipFill>
        <p:spPr>
          <a:xfrm>
            <a:off x="3835977" y="3014229"/>
            <a:ext cx="6459683" cy="2755323"/>
          </a:xfrm>
          <a:prstGeom prst="rect">
            <a:avLst/>
          </a:prstGeom>
        </p:spPr>
      </p:pic>
      <p:pic>
        <p:nvPicPr>
          <p:cNvPr id="4" name="Picture 3" descr="A group of people in front of computers&#10;&#10;AI-generated content may be incorrect.">
            <a:extLst>
              <a:ext uri="{FF2B5EF4-FFF2-40B4-BE49-F238E27FC236}">
                <a16:creationId xmlns:a16="http://schemas.microsoft.com/office/drawing/2014/main" id="{CB3A2E3F-B3E7-984F-BF6D-2E71CC47E0DA}"/>
              </a:ext>
            </a:extLst>
          </p:cNvPr>
          <p:cNvPicPr>
            <a:picLocks noChangeAspect="1"/>
          </p:cNvPicPr>
          <p:nvPr/>
        </p:nvPicPr>
        <p:blipFill>
          <a:blip r:embed="rId6"/>
          <a:stretch>
            <a:fillRect/>
          </a:stretch>
        </p:blipFill>
        <p:spPr>
          <a:xfrm>
            <a:off x="9985681" y="529955"/>
            <a:ext cx="2204939" cy="13247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5"/>
          <p:cNvSpPr txBox="1">
            <a:spLocks noGrp="1"/>
          </p:cNvSpPr>
          <p:nvPr>
            <p:ph type="title"/>
          </p:nvPr>
        </p:nvSpPr>
        <p:spPr>
          <a:xfrm>
            <a:off x="680321" y="753228"/>
            <a:ext cx="9614000" cy="1080800"/>
          </a:xfrm>
          <a:prstGeom prst="rect">
            <a:avLst/>
          </a:prstGeom>
        </p:spPr>
        <p:txBody>
          <a:bodyPr spcFirstLastPara="1" wrap="square" lIns="91433" tIns="45700" rIns="91433"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3600" dirty="0"/>
              <a:t>Unity &amp; </a:t>
            </a:r>
            <a:r>
              <a:rPr lang="en" sz="3600" dirty="0" err="1"/>
              <a:t>SteamVR</a:t>
            </a:r>
            <a:r>
              <a:rPr lang="en" sz="3600" dirty="0"/>
              <a:t> : </a:t>
            </a:r>
            <a:r>
              <a:rPr lang="en" sz="3600" dirty="0" err="1"/>
              <a:t>SteamVR</a:t>
            </a:r>
            <a:endParaRPr lang="en-US" sz="3600"/>
          </a:p>
        </p:txBody>
      </p:sp>
      <p:sp>
        <p:nvSpPr>
          <p:cNvPr id="524" name="Google Shape;524;p55"/>
          <p:cNvSpPr txBox="1">
            <a:spLocks noGrp="1"/>
          </p:cNvSpPr>
          <p:nvPr>
            <p:ph type="body" idx="1"/>
          </p:nvPr>
        </p:nvSpPr>
        <p:spPr>
          <a:xfrm>
            <a:off x="402000" y="2081900"/>
            <a:ext cx="3352800" cy="3990000"/>
          </a:xfrm>
          <a:prstGeom prst="rect">
            <a:avLst/>
          </a:prstGeom>
          <a:solidFill>
            <a:schemeClr val="bg1"/>
          </a:solidFill>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nSpc>
                <a:spcPct val="150000"/>
              </a:lnSpc>
              <a:buNone/>
            </a:pPr>
            <a:r>
              <a:rPr lang="en" sz="2000" dirty="0">
                <a:latin typeface="Open Sans"/>
                <a:ea typeface="Open Sans"/>
                <a:cs typeface="Open Sans"/>
                <a:sym typeface="Open Sans"/>
              </a:rPr>
              <a:t>Find the </a:t>
            </a:r>
            <a:r>
              <a:rPr lang="en" sz="2000" dirty="0" err="1">
                <a:latin typeface="Open Sans"/>
                <a:ea typeface="Open Sans"/>
                <a:cs typeface="Open Sans"/>
                <a:sym typeface="Open Sans"/>
              </a:rPr>
              <a:t>SteamVR</a:t>
            </a:r>
            <a:r>
              <a:rPr lang="en" sz="2000" dirty="0">
                <a:latin typeface="Open Sans"/>
                <a:ea typeface="Open Sans"/>
                <a:cs typeface="Open Sans"/>
                <a:sym typeface="Open Sans"/>
              </a:rPr>
              <a:t> Plugin to import to your project :</a:t>
            </a:r>
            <a:endParaRPr lang="en-US" sz="2000" dirty="0">
              <a:latin typeface="Open Sans"/>
              <a:ea typeface="Open Sans"/>
              <a:cs typeface="Open Sans"/>
            </a:endParaRPr>
          </a:p>
          <a:p>
            <a:pPr marL="608965" indent="-397510">
              <a:lnSpc>
                <a:spcPct val="150000"/>
              </a:lnSpc>
              <a:spcBef>
                <a:spcPts val="1600"/>
              </a:spcBef>
              <a:buSzPts val="1100"/>
              <a:buFont typeface="Open Sans"/>
              <a:buAutoNum type="arabicPeriod"/>
            </a:pPr>
            <a:r>
              <a:rPr lang="en" sz="1400" dirty="0">
                <a:latin typeface="Open Sans"/>
                <a:ea typeface="Open Sans"/>
                <a:cs typeface="Open Sans"/>
                <a:sym typeface="Open Sans"/>
              </a:rPr>
              <a:t>In Unity, go to ‘Window, Package Manager’, or 'Window, Package Management, </a:t>
            </a:r>
            <a:r>
              <a:rPr lang="en" sz="1400">
                <a:latin typeface="Open Sans"/>
                <a:ea typeface="Open Sans"/>
                <a:cs typeface="Open Sans"/>
                <a:sym typeface="Open Sans"/>
              </a:rPr>
              <a:t>Package</a:t>
            </a:r>
            <a:r>
              <a:rPr lang="en" sz="1400" dirty="0">
                <a:latin typeface="Open Sans"/>
                <a:ea typeface="Open Sans"/>
                <a:cs typeface="Open Sans"/>
                <a:sym typeface="Open Sans"/>
              </a:rPr>
              <a:t> Manager' depending upon version</a:t>
            </a:r>
            <a:endParaRPr sz="1400" dirty="0">
              <a:latin typeface="Open Sans"/>
              <a:ea typeface="Open Sans"/>
              <a:cs typeface="Open Sans"/>
            </a:endParaRPr>
          </a:p>
          <a:p>
            <a:pPr marL="608965" indent="-431165">
              <a:lnSpc>
                <a:spcPct val="150000"/>
              </a:lnSpc>
              <a:buSzPts val="1500"/>
              <a:buFont typeface="Open Sans"/>
              <a:buAutoNum type="arabicPeriod"/>
            </a:pPr>
            <a:r>
              <a:rPr lang="en" sz="1400">
                <a:latin typeface="Open Sans"/>
                <a:ea typeface="Open Sans"/>
                <a:cs typeface="Open Sans"/>
                <a:sym typeface="Open Sans"/>
              </a:rPr>
              <a:t>Then in Package Manager, pick ‘My Assets’ either from drop down or left nav.</a:t>
            </a:r>
            <a:endParaRPr lang="en" sz="1400">
              <a:latin typeface="Open Sans"/>
              <a:ea typeface="Open Sans"/>
              <a:cs typeface="Open Sans"/>
            </a:endParaRPr>
          </a:p>
          <a:p>
            <a:pPr marL="609585" lvl="0" indent="0" algn="l" rtl="0">
              <a:lnSpc>
                <a:spcPct val="150000"/>
              </a:lnSpc>
              <a:spcBef>
                <a:spcPts val="1600"/>
              </a:spcBef>
              <a:spcAft>
                <a:spcPts val="1600"/>
              </a:spcAft>
              <a:buNone/>
            </a:pPr>
            <a:endParaRPr sz="1067">
              <a:latin typeface="Open Sans"/>
              <a:ea typeface="Open Sans"/>
              <a:cs typeface="Open Sans"/>
              <a:sym typeface="Open Sans"/>
            </a:endParaRPr>
          </a:p>
        </p:txBody>
      </p:sp>
      <p:pic>
        <p:nvPicPr>
          <p:cNvPr id="525" name="Google Shape;525;p55"/>
          <p:cNvPicPr preferRelativeResize="0"/>
          <p:nvPr/>
        </p:nvPicPr>
        <p:blipFill>
          <a:blip r:embed="rId3">
            <a:alphaModFix/>
          </a:blip>
          <a:stretch>
            <a:fillRect/>
          </a:stretch>
        </p:blipFill>
        <p:spPr>
          <a:xfrm>
            <a:off x="8370700" y="2037229"/>
            <a:ext cx="3352800" cy="2273300"/>
          </a:xfrm>
          <a:prstGeom prst="rect">
            <a:avLst/>
          </a:prstGeom>
          <a:noFill/>
          <a:ln>
            <a:noFill/>
          </a:ln>
        </p:spPr>
      </p:pic>
      <p:pic>
        <p:nvPicPr>
          <p:cNvPr id="526" name="Google Shape;526;p55"/>
          <p:cNvPicPr preferRelativeResize="0"/>
          <p:nvPr/>
        </p:nvPicPr>
        <p:blipFill>
          <a:blip r:embed="rId4">
            <a:alphaModFix/>
          </a:blip>
          <a:stretch>
            <a:fillRect/>
          </a:stretch>
        </p:blipFill>
        <p:spPr>
          <a:xfrm>
            <a:off x="3938401" y="2078791"/>
            <a:ext cx="2894446" cy="2272147"/>
          </a:xfrm>
          <a:prstGeom prst="rect">
            <a:avLst/>
          </a:prstGeom>
          <a:noFill/>
          <a:ln>
            <a:noFill/>
          </a:ln>
        </p:spPr>
      </p:pic>
      <p:pic>
        <p:nvPicPr>
          <p:cNvPr id="2" name="Picture 1">
            <a:extLst>
              <a:ext uri="{FF2B5EF4-FFF2-40B4-BE49-F238E27FC236}">
                <a16:creationId xmlns:a16="http://schemas.microsoft.com/office/drawing/2014/main" id="{BA3DFEE5-24B5-1747-BDE2-C2F77BB680A0}"/>
              </a:ext>
            </a:extLst>
          </p:cNvPr>
          <p:cNvPicPr>
            <a:picLocks noChangeAspect="1"/>
          </p:cNvPicPr>
          <p:nvPr/>
        </p:nvPicPr>
        <p:blipFill>
          <a:blip r:embed="rId5"/>
          <a:stretch>
            <a:fillRect/>
          </a:stretch>
        </p:blipFill>
        <p:spPr>
          <a:xfrm>
            <a:off x="5621481" y="4164156"/>
            <a:ext cx="3283528" cy="2214996"/>
          </a:xfrm>
          <a:prstGeom prst="rect">
            <a:avLst/>
          </a:prstGeom>
        </p:spPr>
      </p:pic>
      <p:pic>
        <p:nvPicPr>
          <p:cNvPr id="3" name="Picture 2">
            <a:extLst>
              <a:ext uri="{FF2B5EF4-FFF2-40B4-BE49-F238E27FC236}">
                <a16:creationId xmlns:a16="http://schemas.microsoft.com/office/drawing/2014/main" id="{95B3B481-F13A-BE05-E14D-91F02EC84D29}"/>
              </a:ext>
            </a:extLst>
          </p:cNvPr>
          <p:cNvPicPr>
            <a:picLocks noChangeAspect="1"/>
          </p:cNvPicPr>
          <p:nvPr/>
        </p:nvPicPr>
        <p:blipFill>
          <a:blip r:embed="rId6"/>
          <a:stretch>
            <a:fillRect/>
          </a:stretch>
        </p:blipFill>
        <p:spPr>
          <a:xfrm>
            <a:off x="9399009" y="4075401"/>
            <a:ext cx="2094635" cy="2510271"/>
          </a:xfrm>
          <a:prstGeom prst="rect">
            <a:avLst/>
          </a:prstGeom>
        </p:spPr>
      </p:pic>
      <p:pic>
        <p:nvPicPr>
          <p:cNvPr id="5" name="Google Shape;517;p54" descr="A blue sign with white text&#10;&#10;AI-generated content may be incorrect.">
            <a:extLst>
              <a:ext uri="{FF2B5EF4-FFF2-40B4-BE49-F238E27FC236}">
                <a16:creationId xmlns:a16="http://schemas.microsoft.com/office/drawing/2014/main" id="{2908D1E4-A93B-B83C-BB10-5C41A7E83F8C}"/>
              </a:ext>
            </a:extLst>
          </p:cNvPr>
          <p:cNvPicPr preferRelativeResize="0"/>
          <p:nvPr/>
        </p:nvPicPr>
        <p:blipFill>
          <a:blip r:embed="rId7">
            <a:alphaModFix/>
          </a:blip>
          <a:stretch>
            <a:fillRect/>
          </a:stretch>
        </p:blipFill>
        <p:spPr>
          <a:xfrm>
            <a:off x="9988933" y="0"/>
            <a:ext cx="2203067" cy="530667"/>
          </a:xfrm>
          <a:prstGeom prst="rect">
            <a:avLst/>
          </a:prstGeom>
          <a:noFill/>
          <a:ln>
            <a:noFill/>
          </a:ln>
        </p:spPr>
      </p:pic>
      <p:pic>
        <p:nvPicPr>
          <p:cNvPr id="7" name="Picture 6" descr="A group of people in front of computers&#10;&#10;AI-generated content may be incorrect.">
            <a:extLst>
              <a:ext uri="{FF2B5EF4-FFF2-40B4-BE49-F238E27FC236}">
                <a16:creationId xmlns:a16="http://schemas.microsoft.com/office/drawing/2014/main" id="{70F08E81-8FA8-96D0-0D2D-3154BD67B5BF}"/>
              </a:ext>
            </a:extLst>
          </p:cNvPr>
          <p:cNvPicPr>
            <a:picLocks noChangeAspect="1"/>
          </p:cNvPicPr>
          <p:nvPr/>
        </p:nvPicPr>
        <p:blipFill>
          <a:blip r:embed="rId8"/>
          <a:stretch>
            <a:fillRect/>
          </a:stretch>
        </p:blipFill>
        <p:spPr>
          <a:xfrm>
            <a:off x="9985681" y="529955"/>
            <a:ext cx="2204939" cy="13247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6"/>
          <p:cNvSpPr txBox="1">
            <a:spLocks noGrp="1"/>
          </p:cNvSpPr>
          <p:nvPr>
            <p:ph type="title"/>
          </p:nvPr>
        </p:nvSpPr>
        <p:spPr>
          <a:xfrm>
            <a:off x="680321" y="753228"/>
            <a:ext cx="9614000" cy="1080800"/>
          </a:xfrm>
          <a:prstGeom prst="rect">
            <a:avLst/>
          </a:prstGeom>
        </p:spPr>
        <p:txBody>
          <a:bodyPr spcFirstLastPara="1" wrap="square" lIns="91433" tIns="45700" rIns="91433"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dirty="0">
                <a:latin typeface="Aptos Display"/>
              </a:rPr>
              <a:t>Unity &amp; </a:t>
            </a:r>
            <a:r>
              <a:rPr lang="en" sz="4000" dirty="0" err="1">
                <a:latin typeface="Aptos Display"/>
              </a:rPr>
              <a:t>SteamVR</a:t>
            </a:r>
            <a:r>
              <a:rPr lang="en" sz="4000" dirty="0">
                <a:latin typeface="Aptos Display"/>
              </a:rPr>
              <a:t> : </a:t>
            </a:r>
            <a:r>
              <a:rPr lang="en" sz="4000" dirty="0" err="1">
                <a:latin typeface="Aptos Display"/>
              </a:rPr>
              <a:t>SteamVR</a:t>
            </a:r>
            <a:endParaRPr lang="en-US" sz="4000">
              <a:latin typeface="Aptos Display"/>
            </a:endParaRPr>
          </a:p>
        </p:txBody>
      </p:sp>
      <p:sp>
        <p:nvSpPr>
          <p:cNvPr id="535" name="Google Shape;535;p56"/>
          <p:cNvSpPr txBox="1">
            <a:spLocks noGrp="1"/>
          </p:cNvSpPr>
          <p:nvPr>
            <p:ph type="body" idx="1"/>
          </p:nvPr>
        </p:nvSpPr>
        <p:spPr>
          <a:xfrm>
            <a:off x="402000" y="2081900"/>
            <a:ext cx="4915200" cy="4582000"/>
          </a:xfrm>
          <a:prstGeom prst="rect">
            <a:avLst/>
          </a:prstGeom>
          <a:solidFill>
            <a:schemeClr val="bg1"/>
          </a:solidFill>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nSpc>
                <a:spcPct val="150000"/>
              </a:lnSpc>
              <a:buNone/>
            </a:pPr>
            <a:r>
              <a:rPr lang="en" sz="2250" dirty="0">
                <a:latin typeface="Open Sans"/>
                <a:ea typeface="Open Sans"/>
                <a:cs typeface="Open Sans"/>
                <a:sym typeface="Open Sans"/>
              </a:rPr>
              <a:t>Import the </a:t>
            </a:r>
            <a:r>
              <a:rPr lang="en" sz="2250" dirty="0" err="1">
                <a:latin typeface="Open Sans"/>
                <a:ea typeface="Open Sans"/>
                <a:cs typeface="Open Sans"/>
                <a:sym typeface="Open Sans"/>
              </a:rPr>
              <a:t>SteamVR</a:t>
            </a:r>
            <a:r>
              <a:rPr lang="en" sz="2250" dirty="0">
                <a:latin typeface="Open Sans"/>
                <a:ea typeface="Open Sans"/>
                <a:cs typeface="Open Sans"/>
                <a:sym typeface="Open Sans"/>
              </a:rPr>
              <a:t> Plugin in to your project:</a:t>
            </a:r>
            <a:endParaRPr sz="2250" dirty="0">
              <a:latin typeface="Open Sans"/>
              <a:ea typeface="Open Sans"/>
              <a:cs typeface="Open Sans"/>
              <a:sym typeface="Open Sans"/>
            </a:endParaRPr>
          </a:p>
          <a:p>
            <a:pPr marL="608965" lvl="0" indent="-440055" algn="l" rtl="0">
              <a:lnSpc>
                <a:spcPct val="150000"/>
              </a:lnSpc>
              <a:spcBef>
                <a:spcPts val="1600"/>
              </a:spcBef>
              <a:spcAft>
                <a:spcPts val="0"/>
              </a:spcAft>
              <a:buSzPts val="1600"/>
              <a:buFont typeface="Open Sans"/>
              <a:buAutoNum type="arabicPeriod"/>
            </a:pPr>
            <a:r>
              <a:rPr lang="en" sz="2100" dirty="0">
                <a:latin typeface="Open Sans"/>
                <a:ea typeface="Open Sans"/>
                <a:cs typeface="Open Sans"/>
                <a:sym typeface="Open Sans"/>
              </a:rPr>
              <a:t>Then, search for ‘</a:t>
            </a:r>
            <a:r>
              <a:rPr lang="en" sz="2100" dirty="0" err="1">
                <a:latin typeface="Open Sans"/>
                <a:ea typeface="Open Sans"/>
                <a:cs typeface="Open Sans"/>
                <a:sym typeface="Open Sans"/>
              </a:rPr>
              <a:t>SteamVR</a:t>
            </a:r>
            <a:r>
              <a:rPr lang="en" sz="2100" dirty="0">
                <a:latin typeface="Open Sans"/>
                <a:ea typeface="Open Sans"/>
                <a:cs typeface="Open Sans"/>
                <a:sym typeface="Open Sans"/>
              </a:rPr>
              <a:t>’</a:t>
            </a:r>
            <a:endParaRPr sz="2100" dirty="0">
              <a:latin typeface="Open Sans"/>
              <a:ea typeface="Open Sans"/>
              <a:cs typeface="Open Sans"/>
            </a:endParaRPr>
          </a:p>
          <a:p>
            <a:pPr marL="608965" lvl="0" indent="-440055" algn="l" rtl="0">
              <a:lnSpc>
                <a:spcPct val="150000"/>
              </a:lnSpc>
              <a:spcBef>
                <a:spcPts val="0"/>
              </a:spcBef>
              <a:spcAft>
                <a:spcPts val="0"/>
              </a:spcAft>
              <a:buSzPts val="1600"/>
              <a:buFont typeface="Open Sans"/>
              <a:buAutoNum type="arabicPeriod"/>
            </a:pPr>
            <a:r>
              <a:rPr lang="en" sz="2133">
                <a:latin typeface="Open Sans"/>
                <a:ea typeface="Open Sans"/>
                <a:cs typeface="Open Sans"/>
                <a:sym typeface="Open Sans"/>
              </a:rPr>
              <a:t>Click on ‘Download’ on the bottom right</a:t>
            </a:r>
            <a:endParaRPr sz="2133">
              <a:latin typeface="Open Sans"/>
              <a:ea typeface="Open Sans"/>
              <a:cs typeface="Open Sans"/>
            </a:endParaRPr>
          </a:p>
          <a:p>
            <a:pPr marL="608965" lvl="0" indent="-440055" algn="l" rtl="0">
              <a:lnSpc>
                <a:spcPct val="150000"/>
              </a:lnSpc>
              <a:spcBef>
                <a:spcPts val="0"/>
              </a:spcBef>
              <a:spcAft>
                <a:spcPts val="0"/>
              </a:spcAft>
              <a:buSzPts val="1600"/>
              <a:buFont typeface="Open Sans"/>
              <a:buAutoNum type="arabicPeriod"/>
            </a:pPr>
            <a:r>
              <a:rPr lang="en" sz="2133">
                <a:latin typeface="Open Sans"/>
                <a:ea typeface="Open Sans"/>
                <a:cs typeface="Open Sans"/>
                <a:sym typeface="Open Sans"/>
              </a:rPr>
              <a:t>Then, click on ‘Import’</a:t>
            </a:r>
            <a:endParaRPr sz="2133">
              <a:latin typeface="Open Sans"/>
              <a:ea typeface="Open Sans"/>
              <a:cs typeface="Open Sans"/>
            </a:endParaRPr>
          </a:p>
          <a:p>
            <a:pPr marL="609585" lvl="0" indent="0" algn="l" rtl="0">
              <a:lnSpc>
                <a:spcPct val="150000"/>
              </a:lnSpc>
              <a:spcBef>
                <a:spcPts val="1600"/>
              </a:spcBef>
              <a:spcAft>
                <a:spcPts val="1600"/>
              </a:spcAft>
              <a:buNone/>
            </a:pPr>
            <a:endParaRPr sz="1067">
              <a:latin typeface="Open Sans"/>
              <a:ea typeface="Open Sans"/>
              <a:cs typeface="Open Sans"/>
              <a:sym typeface="Open Sans"/>
            </a:endParaRPr>
          </a:p>
        </p:txBody>
      </p:sp>
      <p:pic>
        <p:nvPicPr>
          <p:cNvPr id="536" name="Google Shape;536;p56"/>
          <p:cNvPicPr preferRelativeResize="0"/>
          <p:nvPr/>
        </p:nvPicPr>
        <p:blipFill>
          <a:blip r:embed="rId3">
            <a:alphaModFix/>
          </a:blip>
          <a:stretch>
            <a:fillRect/>
          </a:stretch>
        </p:blipFill>
        <p:spPr>
          <a:xfrm>
            <a:off x="5530468" y="2081895"/>
            <a:ext cx="6166969" cy="4617572"/>
          </a:xfrm>
          <a:prstGeom prst="rect">
            <a:avLst/>
          </a:prstGeom>
          <a:noFill/>
          <a:ln>
            <a:noFill/>
          </a:ln>
        </p:spPr>
      </p:pic>
      <p:pic>
        <p:nvPicPr>
          <p:cNvPr id="3" name="Google Shape;517;p54" descr="A blue sign with white text&#10;&#10;AI-generated content may be incorrect.">
            <a:extLst>
              <a:ext uri="{FF2B5EF4-FFF2-40B4-BE49-F238E27FC236}">
                <a16:creationId xmlns:a16="http://schemas.microsoft.com/office/drawing/2014/main" id="{193573B9-513C-9EB0-FD84-4BF735399C21}"/>
              </a:ext>
            </a:extLst>
          </p:cNvPr>
          <p:cNvPicPr preferRelativeResize="0"/>
          <p:nvPr/>
        </p:nvPicPr>
        <p:blipFill>
          <a:blip r:embed="rId4">
            <a:alphaModFix/>
          </a:blip>
          <a:stretch>
            <a:fillRect/>
          </a:stretch>
        </p:blipFill>
        <p:spPr>
          <a:xfrm>
            <a:off x="9988933" y="0"/>
            <a:ext cx="2203067" cy="530667"/>
          </a:xfrm>
          <a:prstGeom prst="rect">
            <a:avLst/>
          </a:prstGeom>
          <a:noFill/>
          <a:ln>
            <a:noFill/>
          </a:ln>
        </p:spPr>
      </p:pic>
      <p:pic>
        <p:nvPicPr>
          <p:cNvPr id="5" name="Picture 4" descr="A group of people in front of computers&#10;&#10;AI-generated content may be incorrect.">
            <a:extLst>
              <a:ext uri="{FF2B5EF4-FFF2-40B4-BE49-F238E27FC236}">
                <a16:creationId xmlns:a16="http://schemas.microsoft.com/office/drawing/2014/main" id="{BF4E81F9-B078-4282-002F-EF5690A1E323}"/>
              </a:ext>
            </a:extLst>
          </p:cNvPr>
          <p:cNvPicPr>
            <a:picLocks noChangeAspect="1"/>
          </p:cNvPicPr>
          <p:nvPr/>
        </p:nvPicPr>
        <p:blipFill>
          <a:blip r:embed="rId5"/>
          <a:stretch>
            <a:fillRect/>
          </a:stretch>
        </p:blipFill>
        <p:spPr>
          <a:xfrm>
            <a:off x="9985681" y="529955"/>
            <a:ext cx="2204939" cy="13247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7"/>
          <p:cNvSpPr txBox="1">
            <a:spLocks noGrp="1"/>
          </p:cNvSpPr>
          <p:nvPr>
            <p:ph type="title"/>
          </p:nvPr>
        </p:nvSpPr>
        <p:spPr>
          <a:xfrm>
            <a:off x="216193" y="649319"/>
            <a:ext cx="9614000" cy="1080800"/>
          </a:xfrm>
          <a:prstGeom prst="rect">
            <a:avLst/>
          </a:prstGeom>
        </p:spPr>
        <p:txBody>
          <a:bodyPr spcFirstLastPara="1" wrap="square" lIns="91433" tIns="45700" rIns="91433"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800" dirty="0">
                <a:latin typeface="Aptos Display"/>
              </a:rPr>
              <a:t>Unity &amp; </a:t>
            </a:r>
            <a:r>
              <a:rPr lang="en" sz="4800" dirty="0" err="1">
                <a:latin typeface="Aptos Display"/>
              </a:rPr>
              <a:t>SteamVR</a:t>
            </a:r>
            <a:r>
              <a:rPr lang="en" sz="4800" dirty="0">
                <a:latin typeface="Aptos Display"/>
              </a:rPr>
              <a:t> : </a:t>
            </a:r>
            <a:r>
              <a:rPr lang="en" sz="4800" dirty="0" err="1">
                <a:latin typeface="Aptos Display"/>
              </a:rPr>
              <a:t>SteamVR</a:t>
            </a:r>
            <a:endParaRPr lang="en-US" sz="4800">
              <a:latin typeface="Aptos Display"/>
            </a:endParaRPr>
          </a:p>
        </p:txBody>
      </p:sp>
      <p:sp>
        <p:nvSpPr>
          <p:cNvPr id="545" name="Google Shape;545;p57"/>
          <p:cNvSpPr txBox="1">
            <a:spLocks noGrp="1"/>
          </p:cNvSpPr>
          <p:nvPr>
            <p:ph type="body" idx="1"/>
          </p:nvPr>
        </p:nvSpPr>
        <p:spPr>
          <a:xfrm>
            <a:off x="81633" y="2081900"/>
            <a:ext cx="7675163" cy="1346964"/>
          </a:xfrm>
          <a:prstGeom prst="rect">
            <a:avLst/>
          </a:prstGeom>
          <a:solidFill>
            <a:schemeClr val="bg1"/>
          </a:solidFill>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68910" indent="0">
              <a:lnSpc>
                <a:spcPct val="150000"/>
              </a:lnSpc>
              <a:spcBef>
                <a:spcPts val="1600"/>
              </a:spcBef>
              <a:buSzPts val="1600"/>
              <a:buNone/>
            </a:pPr>
            <a:r>
              <a:rPr lang="en" sz="1800" dirty="0">
                <a:latin typeface="Open Sans"/>
                <a:ea typeface="Open Sans"/>
                <a:cs typeface="Open Sans"/>
                <a:sym typeface="Open Sans"/>
              </a:rPr>
              <a:t>Next, After import is complete, find this scene:</a:t>
            </a:r>
            <a:br>
              <a:rPr lang="en" sz="2100" dirty="0">
                <a:latin typeface="Open Sans"/>
                <a:ea typeface="Open Sans"/>
                <a:cs typeface="Open Sans"/>
              </a:rPr>
            </a:br>
            <a:r>
              <a:rPr lang="en" sz="1600" dirty="0">
                <a:highlight>
                  <a:srgbClr val="FFFF00"/>
                </a:highlight>
                <a:latin typeface="Calibri"/>
                <a:ea typeface="Calibri"/>
                <a:cs typeface="Calibri"/>
                <a:sym typeface="Open Sans"/>
              </a:rPr>
              <a:t>Assets\</a:t>
            </a:r>
            <a:r>
              <a:rPr lang="en" sz="1600" dirty="0" err="1">
                <a:highlight>
                  <a:srgbClr val="FFFF00"/>
                </a:highlight>
                <a:latin typeface="Calibri"/>
                <a:ea typeface="Calibri"/>
                <a:cs typeface="Calibri"/>
                <a:sym typeface="Open Sans"/>
              </a:rPr>
              <a:t>SteamVR</a:t>
            </a:r>
            <a:r>
              <a:rPr lang="en" sz="1600" dirty="0">
                <a:highlight>
                  <a:srgbClr val="FFFF00"/>
                </a:highlight>
                <a:latin typeface="Calibri"/>
                <a:ea typeface="Calibri"/>
                <a:cs typeface="Calibri"/>
                <a:sym typeface="Open Sans"/>
              </a:rPr>
              <a:t>\</a:t>
            </a:r>
            <a:r>
              <a:rPr lang="en" sz="1600" dirty="0" err="1">
                <a:highlight>
                  <a:srgbClr val="FFFF00"/>
                </a:highlight>
                <a:latin typeface="Calibri"/>
                <a:ea typeface="Calibri"/>
                <a:cs typeface="Calibri"/>
                <a:sym typeface="Open Sans"/>
              </a:rPr>
              <a:t>InteractionSystem</a:t>
            </a:r>
            <a:r>
              <a:rPr lang="en" sz="1600" dirty="0">
                <a:highlight>
                  <a:srgbClr val="FFFF00"/>
                </a:highlight>
                <a:latin typeface="Calibri"/>
                <a:ea typeface="Calibri"/>
                <a:cs typeface="Calibri"/>
                <a:sym typeface="Open Sans"/>
              </a:rPr>
              <a:t>\Samples\</a:t>
            </a:r>
            <a:r>
              <a:rPr lang="en" sz="1600" dirty="0" err="1">
                <a:highlight>
                  <a:srgbClr val="FFFF00"/>
                </a:highlight>
                <a:latin typeface="Calibri"/>
                <a:ea typeface="Calibri"/>
                <a:cs typeface="Calibri"/>
                <a:sym typeface="Open Sans"/>
              </a:rPr>
              <a:t>Interactions_Example.unity</a:t>
            </a:r>
            <a:br>
              <a:rPr lang="en" sz="2100" dirty="0">
                <a:latin typeface="Open Sans"/>
                <a:ea typeface="Open Sans"/>
                <a:cs typeface="Open Sans"/>
              </a:rPr>
            </a:br>
            <a:endParaRPr lang="en-US" sz="2133">
              <a:latin typeface="Open Sans"/>
              <a:ea typeface="Open Sans"/>
              <a:cs typeface="Open Sans"/>
            </a:endParaRPr>
          </a:p>
          <a:p>
            <a:pPr marL="609585" lvl="0" indent="0" algn="l" rtl="0">
              <a:lnSpc>
                <a:spcPct val="150000"/>
              </a:lnSpc>
              <a:spcBef>
                <a:spcPts val="1600"/>
              </a:spcBef>
              <a:spcAft>
                <a:spcPts val="1600"/>
              </a:spcAft>
              <a:buNone/>
            </a:pPr>
            <a:endParaRPr sz="1067">
              <a:latin typeface="Open Sans"/>
              <a:ea typeface="Open Sans"/>
              <a:cs typeface="Open Sans"/>
              <a:sym typeface="Open Sans"/>
            </a:endParaRPr>
          </a:p>
        </p:txBody>
      </p:sp>
      <p:pic>
        <p:nvPicPr>
          <p:cNvPr id="546" name="Google Shape;546;p57"/>
          <p:cNvPicPr preferRelativeResize="0"/>
          <p:nvPr/>
        </p:nvPicPr>
        <p:blipFill>
          <a:blip r:embed="rId3">
            <a:alphaModFix/>
          </a:blip>
          <a:stretch>
            <a:fillRect/>
          </a:stretch>
        </p:blipFill>
        <p:spPr>
          <a:xfrm>
            <a:off x="6566419" y="2570629"/>
            <a:ext cx="5401600" cy="2628345"/>
          </a:xfrm>
          <a:prstGeom prst="rect">
            <a:avLst/>
          </a:prstGeom>
          <a:noFill/>
          <a:ln>
            <a:noFill/>
          </a:ln>
        </p:spPr>
      </p:pic>
      <p:pic>
        <p:nvPicPr>
          <p:cNvPr id="3" name="Google Shape;517;p54" descr="A blue sign with white text&#10;&#10;AI-generated content may be incorrect.">
            <a:extLst>
              <a:ext uri="{FF2B5EF4-FFF2-40B4-BE49-F238E27FC236}">
                <a16:creationId xmlns:a16="http://schemas.microsoft.com/office/drawing/2014/main" id="{35187131-AE3D-E1B3-0057-E54FDCAB76EF}"/>
              </a:ext>
            </a:extLst>
          </p:cNvPr>
          <p:cNvPicPr preferRelativeResize="0"/>
          <p:nvPr/>
        </p:nvPicPr>
        <p:blipFill>
          <a:blip r:embed="rId4">
            <a:alphaModFix/>
          </a:blip>
          <a:stretch>
            <a:fillRect/>
          </a:stretch>
        </p:blipFill>
        <p:spPr>
          <a:xfrm>
            <a:off x="9988933" y="0"/>
            <a:ext cx="2203067" cy="530667"/>
          </a:xfrm>
          <a:prstGeom prst="rect">
            <a:avLst/>
          </a:prstGeom>
          <a:noFill/>
          <a:ln>
            <a:noFill/>
          </a:ln>
        </p:spPr>
      </p:pic>
      <p:pic>
        <p:nvPicPr>
          <p:cNvPr id="5" name="Picture 4" descr="A group of people in front of computers&#10;&#10;AI-generated content may be incorrect.">
            <a:extLst>
              <a:ext uri="{FF2B5EF4-FFF2-40B4-BE49-F238E27FC236}">
                <a16:creationId xmlns:a16="http://schemas.microsoft.com/office/drawing/2014/main" id="{21C7FE50-DA7E-6F34-430E-3AF7693F71CA}"/>
              </a:ext>
            </a:extLst>
          </p:cNvPr>
          <p:cNvPicPr>
            <a:picLocks noChangeAspect="1"/>
          </p:cNvPicPr>
          <p:nvPr/>
        </p:nvPicPr>
        <p:blipFill>
          <a:blip r:embed="rId5"/>
          <a:stretch>
            <a:fillRect/>
          </a:stretch>
        </p:blipFill>
        <p:spPr>
          <a:xfrm>
            <a:off x="9985681" y="529955"/>
            <a:ext cx="2204939" cy="1324773"/>
          </a:xfrm>
          <a:prstGeom prst="rect">
            <a:avLst/>
          </a:prstGeom>
        </p:spPr>
      </p:pic>
      <p:pic>
        <p:nvPicPr>
          <p:cNvPr id="8" name="Google Shape;556;p58" descr="A screenshot of a computer game&#10;&#10;AI-generated content may be incorrect.">
            <a:extLst>
              <a:ext uri="{FF2B5EF4-FFF2-40B4-BE49-F238E27FC236}">
                <a16:creationId xmlns:a16="http://schemas.microsoft.com/office/drawing/2014/main" id="{886F2E21-C57F-5A8E-D2DF-B28B2DB8F2F3}"/>
              </a:ext>
            </a:extLst>
          </p:cNvPr>
          <p:cNvPicPr preferRelativeResize="0"/>
          <p:nvPr/>
        </p:nvPicPr>
        <p:blipFill>
          <a:blip r:embed="rId6">
            <a:alphaModFix/>
          </a:blip>
          <a:stretch>
            <a:fillRect/>
          </a:stretch>
        </p:blipFill>
        <p:spPr>
          <a:xfrm>
            <a:off x="3655605" y="5102792"/>
            <a:ext cx="3555684" cy="15078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8"/>
          <p:cNvSpPr txBox="1">
            <a:spLocks noGrp="1"/>
          </p:cNvSpPr>
          <p:nvPr>
            <p:ph type="title"/>
          </p:nvPr>
        </p:nvSpPr>
        <p:spPr>
          <a:xfrm>
            <a:off x="178516" y="632423"/>
            <a:ext cx="9614000" cy="1080800"/>
          </a:xfrm>
          <a:prstGeom prst="rect">
            <a:avLst/>
          </a:prstGeom>
        </p:spPr>
        <p:txBody>
          <a:bodyPr spcFirstLastPara="1" wrap="square" lIns="91433" tIns="45700" rIns="91433"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4000" dirty="0">
                <a:latin typeface="Aptos Display"/>
              </a:rPr>
              <a:t> </a:t>
            </a:r>
            <a:r>
              <a:rPr lang="en" sz="4000" dirty="0" err="1">
                <a:latin typeface="Aptos Display"/>
              </a:rPr>
              <a:t>SteamVR</a:t>
            </a:r>
            <a:r>
              <a:rPr lang="en" sz="4000" dirty="0">
                <a:latin typeface="Aptos Display"/>
              </a:rPr>
              <a:t>: The Scene</a:t>
            </a:r>
            <a:endParaRPr lang="en-US" sz="4000" dirty="0">
              <a:latin typeface="Aptos Display"/>
            </a:endParaRPr>
          </a:p>
        </p:txBody>
      </p:sp>
      <p:sp>
        <p:nvSpPr>
          <p:cNvPr id="555" name="Google Shape;555;p58"/>
          <p:cNvSpPr txBox="1">
            <a:spLocks noGrp="1"/>
          </p:cNvSpPr>
          <p:nvPr>
            <p:ph type="body" idx="1"/>
          </p:nvPr>
        </p:nvSpPr>
        <p:spPr>
          <a:xfrm>
            <a:off x="81633" y="2081900"/>
            <a:ext cx="3396400" cy="3786400"/>
          </a:xfrm>
          <a:prstGeom prst="rect">
            <a:avLst/>
          </a:prstGeom>
          <a:solidFill>
            <a:schemeClr val="bg1"/>
          </a:solidFill>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nSpc>
                <a:spcPct val="150000"/>
              </a:lnSpc>
              <a:spcBef>
                <a:spcPts val="1600"/>
              </a:spcBef>
              <a:buNone/>
            </a:pPr>
            <a:r>
              <a:rPr lang="en" sz="1450">
                <a:latin typeface="Open Sans"/>
                <a:ea typeface="Open Sans"/>
                <a:cs typeface="Open Sans"/>
                <a:sym typeface="Open Sans"/>
              </a:rPr>
              <a:t>Now, let’s explore this scene in Unity's editor</a:t>
            </a:r>
            <a:r>
              <a:rPr lang="en" sz="1450" dirty="0">
                <a:latin typeface="Open Sans"/>
                <a:ea typeface="Open Sans"/>
                <a:cs typeface="Open Sans"/>
                <a:sym typeface="Open Sans"/>
              </a:rPr>
              <a:t>:</a:t>
            </a:r>
            <a:endParaRPr lang="en-US" sz="1450" dirty="0">
              <a:latin typeface="Open Sans"/>
              <a:ea typeface="Open Sans"/>
              <a:cs typeface="Open Sans"/>
            </a:endParaRPr>
          </a:p>
          <a:p>
            <a:pPr marL="608965" lvl="0" indent="-397510" algn="l" rtl="0">
              <a:lnSpc>
                <a:spcPct val="150000"/>
              </a:lnSpc>
              <a:spcBef>
                <a:spcPts val="1600"/>
              </a:spcBef>
              <a:spcAft>
                <a:spcPts val="0"/>
              </a:spcAft>
              <a:buSzPts val="1100"/>
              <a:buFont typeface="Open Sans"/>
              <a:buAutoNum type="arabicPeriod"/>
            </a:pPr>
            <a:r>
              <a:rPr lang="en" sz="1467">
                <a:latin typeface="Open Sans"/>
                <a:ea typeface="Open Sans"/>
                <a:cs typeface="Open Sans"/>
                <a:sym typeface="Open Sans"/>
              </a:rPr>
              <a:t>Left click to select</a:t>
            </a:r>
            <a:endParaRPr sz="1467">
              <a:latin typeface="Open Sans"/>
              <a:ea typeface="Open Sans"/>
              <a:cs typeface="Open Sans"/>
            </a:endParaRPr>
          </a:p>
          <a:p>
            <a:pPr marL="608965" lvl="0" indent="-397510" algn="l" rtl="0">
              <a:lnSpc>
                <a:spcPct val="150000"/>
              </a:lnSpc>
              <a:spcBef>
                <a:spcPts val="0"/>
              </a:spcBef>
              <a:spcAft>
                <a:spcPts val="0"/>
              </a:spcAft>
              <a:buSzPts val="1100"/>
              <a:buFont typeface="Open Sans"/>
              <a:buAutoNum type="arabicPeriod"/>
            </a:pPr>
            <a:r>
              <a:rPr lang="en" sz="1467">
                <a:latin typeface="Open Sans"/>
                <a:ea typeface="Open Sans"/>
                <a:cs typeface="Open Sans"/>
                <a:sym typeface="Open Sans"/>
              </a:rPr>
              <a:t>Left alt-left click to rotate scene</a:t>
            </a:r>
            <a:endParaRPr sz="1467">
              <a:latin typeface="Open Sans"/>
              <a:ea typeface="Open Sans"/>
              <a:cs typeface="Open Sans"/>
            </a:endParaRPr>
          </a:p>
          <a:p>
            <a:pPr marL="608965" lvl="0" indent="-397510" algn="l" rtl="0">
              <a:lnSpc>
                <a:spcPct val="150000"/>
              </a:lnSpc>
              <a:spcBef>
                <a:spcPts val="0"/>
              </a:spcBef>
              <a:spcAft>
                <a:spcPts val="0"/>
              </a:spcAft>
              <a:buSzPts val="1100"/>
              <a:buFont typeface="Open Sans"/>
              <a:buAutoNum type="arabicPeriod"/>
            </a:pPr>
            <a:r>
              <a:rPr lang="en" sz="1467">
                <a:latin typeface="Open Sans"/>
                <a:ea typeface="Open Sans"/>
                <a:cs typeface="Open Sans"/>
                <a:sym typeface="Open Sans"/>
              </a:rPr>
              <a:t>Right click to angle camera</a:t>
            </a:r>
            <a:endParaRPr sz="1467">
              <a:latin typeface="Open Sans"/>
              <a:ea typeface="Open Sans"/>
              <a:cs typeface="Open Sans"/>
            </a:endParaRPr>
          </a:p>
          <a:p>
            <a:pPr marL="608965" lvl="0" indent="-397510" algn="l" rtl="0">
              <a:lnSpc>
                <a:spcPct val="150000"/>
              </a:lnSpc>
              <a:spcBef>
                <a:spcPts val="0"/>
              </a:spcBef>
              <a:spcAft>
                <a:spcPts val="0"/>
              </a:spcAft>
              <a:buSzPts val="1100"/>
              <a:buFont typeface="Open Sans"/>
              <a:buAutoNum type="arabicPeriod"/>
            </a:pPr>
            <a:r>
              <a:rPr lang="en" sz="1467">
                <a:latin typeface="Open Sans"/>
                <a:ea typeface="Open Sans"/>
                <a:cs typeface="Open Sans"/>
                <a:sym typeface="Open Sans"/>
              </a:rPr>
              <a:t>Scroll wheel to zoom in and out</a:t>
            </a:r>
            <a:endParaRPr sz="1467">
              <a:latin typeface="Open Sans"/>
              <a:ea typeface="Open Sans"/>
              <a:cs typeface="Open Sans"/>
            </a:endParaRPr>
          </a:p>
          <a:p>
            <a:pPr marL="608965" lvl="0" indent="-397510" algn="l" rtl="0">
              <a:lnSpc>
                <a:spcPct val="150000"/>
              </a:lnSpc>
              <a:spcBef>
                <a:spcPts val="0"/>
              </a:spcBef>
              <a:spcAft>
                <a:spcPts val="0"/>
              </a:spcAft>
              <a:buSzPts val="1100"/>
              <a:buFont typeface="Open Sans"/>
              <a:buAutoNum type="arabicPeriod"/>
            </a:pPr>
            <a:r>
              <a:rPr lang="en" sz="1467">
                <a:latin typeface="Open Sans"/>
                <a:ea typeface="Open Sans"/>
                <a:cs typeface="Open Sans"/>
                <a:sym typeface="Open Sans"/>
              </a:rPr>
              <a:t>Press down scroll wheel to shift camera left and right</a:t>
            </a:r>
            <a:endParaRPr sz="1467">
              <a:latin typeface="Open Sans"/>
              <a:ea typeface="Open Sans"/>
              <a:cs typeface="Open Sans"/>
            </a:endParaRPr>
          </a:p>
        </p:txBody>
      </p:sp>
      <p:pic>
        <p:nvPicPr>
          <p:cNvPr id="556" name="Google Shape;556;p58"/>
          <p:cNvPicPr preferRelativeResize="0"/>
          <p:nvPr/>
        </p:nvPicPr>
        <p:blipFill>
          <a:blip r:embed="rId3">
            <a:alphaModFix/>
          </a:blip>
          <a:stretch>
            <a:fillRect/>
          </a:stretch>
        </p:blipFill>
        <p:spPr>
          <a:xfrm>
            <a:off x="3803781" y="2369898"/>
            <a:ext cx="7997924" cy="3048204"/>
          </a:xfrm>
          <a:prstGeom prst="rect">
            <a:avLst/>
          </a:prstGeom>
          <a:noFill/>
          <a:ln>
            <a:noFill/>
          </a:ln>
        </p:spPr>
      </p:pic>
      <p:pic>
        <p:nvPicPr>
          <p:cNvPr id="3" name="Google Shape;517;p54" descr="A blue sign with white text&#10;&#10;AI-generated content may be incorrect.">
            <a:extLst>
              <a:ext uri="{FF2B5EF4-FFF2-40B4-BE49-F238E27FC236}">
                <a16:creationId xmlns:a16="http://schemas.microsoft.com/office/drawing/2014/main" id="{E7945D18-B341-03E4-CEAC-B814ABDE4164}"/>
              </a:ext>
            </a:extLst>
          </p:cNvPr>
          <p:cNvPicPr preferRelativeResize="0"/>
          <p:nvPr/>
        </p:nvPicPr>
        <p:blipFill>
          <a:blip r:embed="rId4">
            <a:alphaModFix/>
          </a:blip>
          <a:stretch>
            <a:fillRect/>
          </a:stretch>
        </p:blipFill>
        <p:spPr>
          <a:xfrm>
            <a:off x="9988933" y="0"/>
            <a:ext cx="2203067" cy="530667"/>
          </a:xfrm>
          <a:prstGeom prst="rect">
            <a:avLst/>
          </a:prstGeom>
          <a:noFill/>
          <a:ln>
            <a:noFill/>
          </a:ln>
        </p:spPr>
      </p:pic>
      <p:pic>
        <p:nvPicPr>
          <p:cNvPr id="5" name="Picture 4" descr="A group of people in front of computers&#10;&#10;AI-generated content may be incorrect.">
            <a:extLst>
              <a:ext uri="{FF2B5EF4-FFF2-40B4-BE49-F238E27FC236}">
                <a16:creationId xmlns:a16="http://schemas.microsoft.com/office/drawing/2014/main" id="{C1016693-D3C9-398F-4D6F-D0DA4C2B2F90}"/>
              </a:ext>
            </a:extLst>
          </p:cNvPr>
          <p:cNvPicPr>
            <a:picLocks noChangeAspect="1"/>
          </p:cNvPicPr>
          <p:nvPr/>
        </p:nvPicPr>
        <p:blipFill>
          <a:blip r:embed="rId5"/>
          <a:stretch>
            <a:fillRect/>
          </a:stretch>
        </p:blipFill>
        <p:spPr>
          <a:xfrm>
            <a:off x="9985681" y="529955"/>
            <a:ext cx="2204939" cy="1324773"/>
          </a:xfrm>
          <a:prstGeom prst="rect">
            <a:avLst/>
          </a:prstGeom>
        </p:spPr>
      </p:pic>
    </p:spTree>
    <p:extLst>
      <p:ext uri="{BB962C8B-B14F-4D97-AF65-F5344CB8AC3E}">
        <p14:creationId xmlns:p14="http://schemas.microsoft.com/office/powerpoint/2010/main" val="2691398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6CE2-9A53-147A-F402-901A1F0FE747}"/>
              </a:ext>
            </a:extLst>
          </p:cNvPr>
          <p:cNvSpPr>
            <a:spLocks noGrp="1"/>
          </p:cNvSpPr>
          <p:nvPr>
            <p:ph type="title"/>
          </p:nvPr>
        </p:nvSpPr>
        <p:spPr>
          <a:xfrm>
            <a:off x="838200" y="365125"/>
            <a:ext cx="7188820" cy="1344148"/>
          </a:xfrm>
        </p:spPr>
        <p:txBody>
          <a:bodyPr vert="horz" lIns="91440" tIns="45720" rIns="91440" bIns="45720" rtlCol="0" anchor="ctr">
            <a:noAutofit/>
          </a:bodyPr>
          <a:lstStyle/>
          <a:p>
            <a:r>
              <a:rPr lang="en-US" sz="2800" b="1">
                <a:solidFill>
                  <a:srgbClr val="003594"/>
                </a:solidFill>
                <a:highlight>
                  <a:srgbClr val="F3F3F3"/>
                </a:highlight>
                <a:latin typeface="Open Sans"/>
                <a:ea typeface="Open Sans"/>
                <a:cs typeface="Open Sans"/>
              </a:rPr>
              <a:t>XR Development with Unity</a:t>
            </a:r>
            <a:br>
              <a:rPr lang="en-US" sz="1800" b="1" dirty="0">
                <a:solidFill>
                  <a:srgbClr val="003594"/>
                </a:solidFill>
                <a:highlight>
                  <a:srgbClr val="F3F3F3"/>
                </a:highlight>
                <a:latin typeface="Open Sans"/>
                <a:ea typeface="Open Sans"/>
                <a:cs typeface="Open Sans"/>
              </a:rPr>
            </a:br>
            <a:r>
              <a:rPr lang="en-US" sz="1600">
                <a:latin typeface="+mn-lt"/>
                <a:ea typeface="+mn-ea"/>
                <a:cs typeface="+mn-cs"/>
              </a:rPr>
              <a:t>A beginner's guide to creating virtual, augmented, and mixed </a:t>
            </a:r>
            <a:r>
              <a:rPr lang="en-US" sz="1600" dirty="0">
                <a:latin typeface="+mn-lt"/>
                <a:ea typeface="+mn-ea"/>
                <a:cs typeface="+mn-cs"/>
              </a:rPr>
              <a:t>reality experiences using Unity</a:t>
            </a:r>
          </a:p>
          <a:p>
            <a:endParaRPr lang="en-US" sz="1050" b="1" dirty="0">
              <a:latin typeface="Open Sans"/>
              <a:ea typeface="Open Sans"/>
              <a:cs typeface="Open Sans"/>
            </a:endParaRPr>
          </a:p>
        </p:txBody>
      </p:sp>
      <p:sp>
        <p:nvSpPr>
          <p:cNvPr id="3" name="Content Placeholder 2">
            <a:extLst>
              <a:ext uri="{FF2B5EF4-FFF2-40B4-BE49-F238E27FC236}">
                <a16:creationId xmlns:a16="http://schemas.microsoft.com/office/drawing/2014/main" id="{28497557-7017-4EFA-EEB6-C35B63C4A6FE}"/>
              </a:ext>
            </a:extLst>
          </p:cNvPr>
          <p:cNvSpPr>
            <a:spLocks noGrp="1"/>
          </p:cNvSpPr>
          <p:nvPr>
            <p:ph idx="1"/>
          </p:nvPr>
        </p:nvSpPr>
        <p:spPr>
          <a:xfrm>
            <a:off x="838200" y="1825625"/>
            <a:ext cx="6244616" cy="4322584"/>
          </a:xfrm>
        </p:spPr>
        <p:txBody>
          <a:bodyPr vert="horz" lIns="91440" tIns="45720" rIns="91440" bIns="45720" rtlCol="0" anchor="t">
            <a:normAutofit/>
          </a:bodyPr>
          <a:lstStyle/>
          <a:p>
            <a:r>
              <a:rPr lang="en-US" sz="1600" dirty="0">
                <a:ea typeface="+mn-lt"/>
                <a:cs typeface="+mn-lt"/>
                <a:hlinkClick r:id="rId2"/>
              </a:rPr>
              <a:t>Pitt Library textbook link</a:t>
            </a:r>
            <a:endParaRPr lang="en-US" sz="1600" dirty="0"/>
          </a:p>
          <a:p>
            <a:endParaRPr lang="en-US" sz="1600" dirty="0"/>
          </a:p>
          <a:p>
            <a:r>
              <a:rPr lang="en-US" sz="1600" dirty="0">
                <a:hlinkClick r:id="rId3"/>
              </a:rPr>
              <a:t>O'Reilly online version</a:t>
            </a:r>
            <a:r>
              <a:rPr lang="en-US" sz="1600" dirty="0"/>
              <a:t> - easy to </a:t>
            </a:r>
            <a:r>
              <a:rPr lang="en-US" sz="1600"/>
              <a:t>navigate</a:t>
            </a:r>
          </a:p>
          <a:p>
            <a:r>
              <a:rPr lang="en-US" sz="1600"/>
              <a:t>GitHub repo link - </a:t>
            </a:r>
            <a:r>
              <a:rPr lang="en-US" sz="1600" dirty="0">
                <a:ea typeface="+mn-lt"/>
                <a:cs typeface="+mn-lt"/>
                <a:hlinkClick r:id="rId4"/>
              </a:rPr>
              <a:t>https://github.com/PacktPublishing/XR-Development-with-Unity</a:t>
            </a:r>
            <a:r>
              <a:rPr lang="en-US" sz="1600" dirty="0">
                <a:ea typeface="+mn-lt"/>
                <a:cs typeface="+mn-lt"/>
              </a:rPr>
              <a:t> </a:t>
            </a:r>
          </a:p>
          <a:p>
            <a:r>
              <a:rPr lang="en-US" sz="1600">
                <a:ea typeface="+mn-lt"/>
                <a:cs typeface="+mn-lt"/>
              </a:rPr>
              <a:t>Also demo videos of the projects created in this book are available in the GitHub repository: </a:t>
            </a:r>
            <a:r>
              <a:rPr lang="en-US" sz="1600" b="1" u="sng" dirty="0">
                <a:ea typeface="+mn-lt"/>
                <a:cs typeface="+mn-lt"/>
                <a:hlinkClick r:id="rId5"/>
              </a:rPr>
              <a:t>https://github.com/PacktPublishing/XR-Development-with-Unity/tree/main/Additional%20Resources</a:t>
            </a:r>
          </a:p>
          <a:p>
            <a:r>
              <a:rPr lang="en-US" sz="1600" b="1" u="sng">
                <a:ea typeface="+mn-lt"/>
                <a:cs typeface="+mn-lt"/>
              </a:rPr>
              <a:t>Also, copy of textbook here in Canvas - </a:t>
            </a:r>
            <a:r>
              <a:rPr lang="en-US" sz="1600" dirty="0">
                <a:ea typeface="+mn-lt"/>
                <a:cs typeface="+mn-lt"/>
                <a:hlinkClick r:id="rId6"/>
              </a:rPr>
              <a:t>https://canvas.pitt.edu/courses/381238/files/folder/Uploaded%20Media</a:t>
            </a:r>
            <a:r>
              <a:rPr lang="en-US" sz="1600" dirty="0">
                <a:ea typeface="+mn-lt"/>
                <a:cs typeface="+mn-lt"/>
              </a:rPr>
              <a:t> </a:t>
            </a:r>
            <a:endParaRPr lang="en-US" sz="1600" b="1" u="sng" dirty="0">
              <a:ea typeface="+mn-lt"/>
              <a:cs typeface="+mn-lt"/>
            </a:endParaRPr>
          </a:p>
        </p:txBody>
      </p:sp>
      <p:pic>
        <p:nvPicPr>
          <p:cNvPr id="6" name="Picture 5" descr="A group of people in front of computers&#10;&#10;AI-generated content may be incorrect.">
            <a:extLst>
              <a:ext uri="{FF2B5EF4-FFF2-40B4-BE49-F238E27FC236}">
                <a16:creationId xmlns:a16="http://schemas.microsoft.com/office/drawing/2014/main" id="{F7A040B4-26A6-389B-3F9F-950ECFE828E8}"/>
              </a:ext>
            </a:extLst>
          </p:cNvPr>
          <p:cNvPicPr>
            <a:picLocks noChangeAspect="1"/>
          </p:cNvPicPr>
          <p:nvPr/>
        </p:nvPicPr>
        <p:blipFill>
          <a:blip r:embed="rId7"/>
          <a:stretch>
            <a:fillRect/>
          </a:stretch>
        </p:blipFill>
        <p:spPr>
          <a:xfrm>
            <a:off x="10750296" y="5869444"/>
            <a:ext cx="1440325" cy="956320"/>
          </a:xfrm>
          <a:prstGeom prst="rect">
            <a:avLst/>
          </a:prstGeom>
        </p:spPr>
      </p:pic>
      <p:pic>
        <p:nvPicPr>
          <p:cNvPr id="5" name="Picture 4">
            <a:extLst>
              <a:ext uri="{FF2B5EF4-FFF2-40B4-BE49-F238E27FC236}">
                <a16:creationId xmlns:a16="http://schemas.microsoft.com/office/drawing/2014/main" id="{D7AF63A1-380D-DB80-F1B9-EB2E0529FB40}"/>
              </a:ext>
            </a:extLst>
          </p:cNvPr>
          <p:cNvPicPr>
            <a:picLocks noChangeAspect="1"/>
          </p:cNvPicPr>
          <p:nvPr/>
        </p:nvPicPr>
        <p:blipFill>
          <a:blip r:embed="rId8"/>
          <a:stretch>
            <a:fillRect/>
          </a:stretch>
        </p:blipFill>
        <p:spPr>
          <a:xfrm>
            <a:off x="8273390" y="604024"/>
            <a:ext cx="3748439" cy="4627757"/>
          </a:xfrm>
          <a:prstGeom prst="rect">
            <a:avLst/>
          </a:prstGeom>
        </p:spPr>
      </p:pic>
    </p:spTree>
    <p:extLst>
      <p:ext uri="{BB962C8B-B14F-4D97-AF65-F5344CB8AC3E}">
        <p14:creationId xmlns:p14="http://schemas.microsoft.com/office/powerpoint/2010/main" val="2046805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A80889A-3033-4F08-C65C-7CF1F143C4E7}"/>
              </a:ext>
            </a:extLst>
          </p:cNvPr>
          <p:cNvSpPr>
            <a:spLocks noGrp="1"/>
          </p:cNvSpPr>
          <p:nvPr>
            <p:ph type="title"/>
          </p:nvPr>
        </p:nvSpPr>
        <p:spPr>
          <a:xfrm>
            <a:off x="354000" y="863973"/>
            <a:ext cx="5393600" cy="503089"/>
          </a:xfr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1850" dirty="0"/>
              <a:t>PS: </a:t>
            </a:r>
            <a:r>
              <a:rPr lang="en-US" sz="2000" dirty="0">
                <a:solidFill>
                  <a:schemeClr val="tx1"/>
                </a:solidFill>
              </a:rPr>
              <a:t>Working with different versions of Unity</a:t>
            </a:r>
          </a:p>
        </p:txBody>
      </p:sp>
      <p:sp>
        <p:nvSpPr>
          <p:cNvPr id="9" name="Subtitle 2">
            <a:extLst>
              <a:ext uri="{FF2B5EF4-FFF2-40B4-BE49-F238E27FC236}">
                <a16:creationId xmlns:a16="http://schemas.microsoft.com/office/drawing/2014/main" id="{C03F21C4-D189-6E8E-00AB-5E3FC883CEE7}"/>
              </a:ext>
            </a:extLst>
          </p:cNvPr>
          <p:cNvSpPr>
            <a:spLocks noGrp="1"/>
          </p:cNvSpPr>
          <p:nvPr>
            <p:ph type="subTitle" idx="1"/>
          </p:nvPr>
        </p:nvSpPr>
        <p:spPr>
          <a:xfrm>
            <a:off x="354000" y="1508222"/>
            <a:ext cx="5393600" cy="4833325"/>
          </a:xfrm>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80365" indent="-380365">
              <a:buChar char="•"/>
            </a:pPr>
            <a:r>
              <a:rPr lang="en-US" sz="1600" b="1" dirty="0">
                <a:solidFill>
                  <a:srgbClr val="001D35"/>
                </a:solidFill>
              </a:rPr>
              <a:t>Unity 2019:</a:t>
            </a:r>
            <a:r>
              <a:rPr lang="en-US" sz="1600" dirty="0">
                <a:solidFill>
                  <a:srgbClr val="001D35"/>
                </a:solidFill>
              </a:rPr>
              <a:t> The LTS version (2019.4) is noted for its stability for shipped products.</a:t>
            </a:r>
            <a:br>
              <a:rPr lang="en-US" sz="1600" dirty="0">
                <a:solidFill>
                  <a:srgbClr val="001D35"/>
                </a:solidFill>
              </a:rPr>
            </a:br>
            <a:endParaRPr lang="en-US" dirty="0"/>
          </a:p>
          <a:p>
            <a:pPr marL="380365" indent="-380365">
              <a:buFont typeface="Arial"/>
              <a:buChar char="•"/>
            </a:pPr>
            <a:r>
              <a:rPr lang="en-US" sz="1600" b="1" dirty="0">
                <a:solidFill>
                  <a:srgbClr val="001D35"/>
                </a:solidFill>
              </a:rPr>
              <a:t>Unity 2020:</a:t>
            </a:r>
            <a:r>
              <a:rPr lang="en-US" sz="1600" dirty="0">
                <a:solidFill>
                  <a:srgbClr val="001D35"/>
                </a:solidFill>
              </a:rPr>
              <a:t> Introduced the Mixed and Augmented Reality Studio (MARS) and added support for Apple Silicon.</a:t>
            </a:r>
            <a:br>
              <a:rPr lang="en-US" sz="1600" dirty="0">
                <a:solidFill>
                  <a:srgbClr val="001D35"/>
                </a:solidFill>
              </a:rPr>
            </a:br>
            <a:endParaRPr lang="en-US" dirty="0"/>
          </a:p>
          <a:p>
            <a:pPr marL="380365" indent="-380365">
              <a:buFont typeface="Arial"/>
              <a:buChar char="•"/>
            </a:pPr>
            <a:r>
              <a:rPr lang="en-US" sz="1600" b="1" dirty="0">
                <a:solidFill>
                  <a:srgbClr val="001D35"/>
                </a:solidFill>
              </a:rPr>
              <a:t>Unity 2021:</a:t>
            </a:r>
            <a:r>
              <a:rPr lang="en-US" sz="1600" dirty="0">
                <a:solidFill>
                  <a:srgbClr val="001D35"/>
                </a:solidFill>
              </a:rPr>
              <a:t> Brought significant new features, including the visual scripting system Bolt, a new multiplayer library, and general performance improvements.</a:t>
            </a:r>
            <a:br>
              <a:rPr lang="en-US" sz="1600" dirty="0">
                <a:solidFill>
                  <a:srgbClr val="001D35"/>
                </a:solidFill>
              </a:rPr>
            </a:br>
            <a:endParaRPr lang="en-US" dirty="0"/>
          </a:p>
          <a:p>
            <a:pPr marL="380365" indent="-380365">
              <a:buFont typeface="Arial"/>
              <a:buChar char="•"/>
            </a:pPr>
            <a:r>
              <a:rPr lang="en-US" sz="1600" b="1" dirty="0">
                <a:solidFill>
                  <a:srgbClr val="001D35"/>
                </a:solidFill>
              </a:rPr>
              <a:t>Unity 2022:</a:t>
            </a:r>
            <a:r>
              <a:rPr lang="en-US" sz="1600" dirty="0">
                <a:solidFill>
                  <a:srgbClr val="001D35"/>
                </a:solidFill>
              </a:rPr>
              <a:t> Focused on enhancing productivity with faster loading times for projects, improved 2D tools, and a visual search system.</a:t>
            </a:r>
            <a:br>
              <a:rPr lang="en-US" sz="1600" dirty="0">
                <a:solidFill>
                  <a:srgbClr val="001D35"/>
                </a:solidFill>
              </a:rPr>
            </a:br>
            <a:endParaRPr lang="en-US" dirty="0"/>
          </a:p>
          <a:p>
            <a:pPr marL="380365" indent="-380365">
              <a:buFont typeface="Arial"/>
              <a:buChar char="•"/>
            </a:pPr>
            <a:r>
              <a:rPr lang="en-US" sz="1600" b="1" dirty="0">
                <a:solidFill>
                  <a:srgbClr val="001D35"/>
                </a:solidFill>
              </a:rPr>
              <a:t>Unity 2023:</a:t>
            </a:r>
            <a:r>
              <a:rPr lang="en-US" sz="1600" dirty="0">
                <a:solidFill>
                  <a:srgbClr val="001D35"/>
                </a:solidFill>
              </a:rPr>
              <a:t> Continued to add and refine features.</a:t>
            </a:r>
            <a:br>
              <a:rPr lang="en-US" sz="1600" dirty="0">
                <a:solidFill>
                  <a:srgbClr val="001D35"/>
                </a:solidFill>
              </a:rPr>
            </a:br>
            <a:endParaRPr lang="en-US" dirty="0"/>
          </a:p>
          <a:p>
            <a:pPr marL="380365" indent="-380365">
              <a:buFont typeface="Arial"/>
              <a:buChar char="•"/>
            </a:pPr>
            <a:r>
              <a:rPr lang="en-US" sz="1600" b="1" dirty="0">
                <a:solidFill>
                  <a:srgbClr val="001D35"/>
                </a:solidFill>
              </a:rPr>
              <a:t>Unity 6 (2024):</a:t>
            </a:r>
            <a:r>
              <a:rPr lang="en-US" sz="1600" dirty="0">
                <a:solidFill>
                  <a:srgbClr val="001D35"/>
                </a:solidFill>
              </a:rPr>
              <a:t> A major update that reverted to a numbered system and included new generative AI tools (Unity Muse and Unity </a:t>
            </a:r>
            <a:r>
              <a:rPr lang="en-US" sz="1600" err="1">
                <a:solidFill>
                  <a:srgbClr val="001D35"/>
                </a:solidFill>
              </a:rPr>
              <a:t>Sentis</a:t>
            </a:r>
            <a:r>
              <a:rPr lang="en-US" sz="1600" dirty="0">
                <a:solidFill>
                  <a:srgbClr val="001D35"/>
                </a:solidFill>
              </a:rPr>
              <a:t>), improved multiplayer tools, and enhanced graphics rendering. </a:t>
            </a:r>
            <a:endParaRPr lang="en-US" dirty="0"/>
          </a:p>
          <a:p>
            <a:endParaRPr lang="en-US" sz="2400" dirty="0">
              <a:solidFill>
                <a:schemeClr val="tx1"/>
              </a:solidFill>
            </a:endParaRPr>
          </a:p>
        </p:txBody>
      </p:sp>
      <p:sp>
        <p:nvSpPr>
          <p:cNvPr id="11" name="Text Placeholder 3">
            <a:extLst>
              <a:ext uri="{FF2B5EF4-FFF2-40B4-BE49-F238E27FC236}">
                <a16:creationId xmlns:a16="http://schemas.microsoft.com/office/drawing/2014/main" id="{E0750007-F071-0727-DD74-5BA8BB7B3ABE}"/>
              </a:ext>
            </a:extLst>
          </p:cNvPr>
          <p:cNvSpPr>
            <a:spLocks noGrp="1"/>
          </p:cNvSpPr>
          <p:nvPr>
            <p:ph type="body" idx="2"/>
          </p:nvPr>
        </p:nvSpPr>
        <p:spPr>
          <a:xfrm>
            <a:off x="6223585" y="157138"/>
            <a:ext cx="5617804" cy="1646482"/>
          </a:xfrm>
          <a:effectLst>
            <a:outerShdw blurRad="63500" dist="38100" dir="2700000">
              <a:srgbClr val="000000">
                <a:alpha val="40000"/>
              </a:srgbClr>
            </a:outerShdw>
            <a:reflection stA="40000" endPos="54000" dist="50800" dir="5400000" sy="-100000" algn="bl" rotWithShape="0"/>
          </a:effectLst>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08965" indent="-456565">
              <a:buSzPts val="1800"/>
              <a:buChar char="•"/>
            </a:pPr>
            <a:r>
              <a:rPr lang="en-US" sz="1850" dirty="0">
                <a:solidFill>
                  <a:schemeClr val="bg1"/>
                </a:solidFill>
              </a:rPr>
              <a:t>Packages – for importing and exporting</a:t>
            </a:r>
            <a:endParaRPr lang="en-US" sz="1850">
              <a:solidFill>
                <a:schemeClr val="bg1"/>
              </a:solidFill>
            </a:endParaRPr>
          </a:p>
          <a:p>
            <a:pPr marL="608965" indent="-456565">
              <a:lnSpc>
                <a:spcPct val="114999"/>
              </a:lnSpc>
              <a:buSzPts val="1800"/>
              <a:buChar char="•"/>
            </a:pPr>
            <a:r>
              <a:rPr lang="en-US" sz="1850" dirty="0">
                <a:solidFill>
                  <a:schemeClr val="bg1"/>
                </a:solidFill>
              </a:rPr>
              <a:t>Universal Render Pipeline Convertor</a:t>
            </a:r>
          </a:p>
          <a:p>
            <a:pPr marL="608965" indent="-456565">
              <a:lnSpc>
                <a:spcPct val="114999"/>
              </a:lnSpc>
              <a:buSzPts val="1800"/>
              <a:buChar char="•"/>
            </a:pPr>
            <a:endParaRPr lang="en-US" sz="1850" dirty="0">
              <a:solidFill>
                <a:schemeClr val="bg1"/>
              </a:solidFill>
            </a:endParaRPr>
          </a:p>
        </p:txBody>
      </p:sp>
      <p:pic>
        <p:nvPicPr>
          <p:cNvPr id="3" name="Picture 2" descr="A screenshot of a computer&#10;&#10;AI-generated content may be incorrect.">
            <a:extLst>
              <a:ext uri="{FF2B5EF4-FFF2-40B4-BE49-F238E27FC236}">
                <a16:creationId xmlns:a16="http://schemas.microsoft.com/office/drawing/2014/main" id="{C4D5E68C-3837-21CE-2DD8-6341698669DC}"/>
              </a:ext>
            </a:extLst>
          </p:cNvPr>
          <p:cNvPicPr>
            <a:picLocks noChangeAspect="1"/>
          </p:cNvPicPr>
          <p:nvPr/>
        </p:nvPicPr>
        <p:blipFill>
          <a:blip r:embed="rId2"/>
          <a:stretch>
            <a:fillRect/>
          </a:stretch>
        </p:blipFill>
        <p:spPr>
          <a:xfrm>
            <a:off x="6430989" y="3429001"/>
            <a:ext cx="3493144" cy="323385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6CB23D66-9970-FD5B-CC05-308B5896A247}"/>
              </a:ext>
            </a:extLst>
          </p:cNvPr>
          <p:cNvPicPr>
            <a:picLocks noChangeAspect="1"/>
          </p:cNvPicPr>
          <p:nvPr/>
        </p:nvPicPr>
        <p:blipFill>
          <a:blip r:embed="rId3"/>
          <a:stretch>
            <a:fillRect/>
          </a:stretch>
        </p:blipFill>
        <p:spPr>
          <a:xfrm>
            <a:off x="10030210" y="1676400"/>
            <a:ext cx="1898187" cy="178605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AB89FBB-F8B6-D0E0-F4F3-91C2657C0B74}"/>
              </a:ext>
            </a:extLst>
          </p:cNvPr>
          <p:cNvPicPr>
            <a:picLocks noChangeAspect="1"/>
          </p:cNvPicPr>
          <p:nvPr/>
        </p:nvPicPr>
        <p:blipFill>
          <a:blip r:embed="rId4"/>
          <a:stretch>
            <a:fillRect/>
          </a:stretch>
        </p:blipFill>
        <p:spPr>
          <a:xfrm>
            <a:off x="6428987" y="2042222"/>
            <a:ext cx="3701587" cy="1072996"/>
          </a:xfrm>
          <a:prstGeom prst="rect">
            <a:avLst/>
          </a:prstGeom>
        </p:spPr>
      </p:pic>
      <p:pic>
        <p:nvPicPr>
          <p:cNvPr id="6" name="Picture 5" descr="A group of people in front of computers&#10;&#10;AI-generated content may be incorrect.">
            <a:extLst>
              <a:ext uri="{FF2B5EF4-FFF2-40B4-BE49-F238E27FC236}">
                <a16:creationId xmlns:a16="http://schemas.microsoft.com/office/drawing/2014/main" id="{6281C853-E0C3-AA02-969C-547DE19D7E84}"/>
              </a:ext>
            </a:extLst>
          </p:cNvPr>
          <p:cNvPicPr>
            <a:picLocks noChangeAspect="1"/>
          </p:cNvPicPr>
          <p:nvPr/>
        </p:nvPicPr>
        <p:blipFill>
          <a:blip r:embed="rId5"/>
          <a:stretch>
            <a:fillRect/>
          </a:stretch>
        </p:blipFill>
        <p:spPr>
          <a:xfrm>
            <a:off x="10750296" y="5869444"/>
            <a:ext cx="1440325" cy="956320"/>
          </a:xfrm>
          <a:prstGeom prst="rect">
            <a:avLst/>
          </a:prstGeom>
        </p:spPr>
      </p:pic>
      <p:pic>
        <p:nvPicPr>
          <p:cNvPr id="10" name="Picture 9" descr="A blue sign with white text&#10;&#10;AI-generated content may be incorrect.">
            <a:extLst>
              <a:ext uri="{FF2B5EF4-FFF2-40B4-BE49-F238E27FC236}">
                <a16:creationId xmlns:a16="http://schemas.microsoft.com/office/drawing/2014/main" id="{3B995461-1B3D-949E-D3AB-25BAEC1E8F6E}"/>
              </a:ext>
            </a:extLst>
          </p:cNvPr>
          <p:cNvPicPr>
            <a:picLocks noChangeAspect="1"/>
          </p:cNvPicPr>
          <p:nvPr/>
        </p:nvPicPr>
        <p:blipFill>
          <a:blip r:embed="rId6"/>
          <a:stretch>
            <a:fillRect/>
          </a:stretch>
        </p:blipFill>
        <p:spPr>
          <a:xfrm>
            <a:off x="2336" y="5032"/>
            <a:ext cx="3388384" cy="838200"/>
          </a:xfrm>
          <a:prstGeom prst="rect">
            <a:avLst/>
          </a:prstGeom>
        </p:spPr>
      </p:pic>
    </p:spTree>
    <p:extLst>
      <p:ext uri="{BB962C8B-B14F-4D97-AF65-F5344CB8AC3E}">
        <p14:creationId xmlns:p14="http://schemas.microsoft.com/office/powerpoint/2010/main" val="3316968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BA7E4-A52E-90DF-410D-AF5B2B639D33}"/>
              </a:ext>
            </a:extLst>
          </p:cNvPr>
          <p:cNvSpPr>
            <a:spLocks noGrp="1"/>
          </p:cNvSpPr>
          <p:nvPr>
            <p:ph type="title"/>
          </p:nvPr>
        </p:nvSpPr>
        <p:spPr/>
        <p:txBody>
          <a:bodyPr/>
          <a:lstStyle/>
          <a:p>
            <a:r>
              <a:rPr lang="en-US" dirty="0">
                <a:solidFill>
                  <a:schemeClr val="accent1"/>
                </a:solidFill>
              </a:rPr>
              <a:t>Events</a:t>
            </a:r>
          </a:p>
        </p:txBody>
      </p:sp>
      <p:sp>
        <p:nvSpPr>
          <p:cNvPr id="4" name="Text Placeholder 3">
            <a:extLst>
              <a:ext uri="{FF2B5EF4-FFF2-40B4-BE49-F238E27FC236}">
                <a16:creationId xmlns:a16="http://schemas.microsoft.com/office/drawing/2014/main" id="{C1E3FE64-12DD-1434-8316-9BC3C10ED93D}"/>
              </a:ext>
            </a:extLst>
          </p:cNvPr>
          <p:cNvSpPr>
            <a:spLocks noGrp="1"/>
          </p:cNvSpPr>
          <p:nvPr>
            <p:ph type="body" idx="2"/>
          </p:nvPr>
        </p:nvSpPr>
        <p:spPr>
          <a:xfrm>
            <a:off x="6651049" y="250063"/>
            <a:ext cx="5116000" cy="5567996"/>
          </a:xfrm>
          <a:solidFill>
            <a:schemeClr val="bg1"/>
          </a:solidFill>
        </p:spPr>
        <p:txBody>
          <a:bodyPr spcFirstLastPara="1" vert="horz" wrap="square" lIns="91425" tIns="91425" rIns="91425" bIns="91425" rtlCol="0" anchor="ctr" anchorCtr="0">
            <a:noAutofit/>
          </a:bodyPr>
          <a:lstStyle/>
          <a:p>
            <a:pPr marL="152400" indent="0">
              <a:buClr>
                <a:srgbClr val="FFFFFF"/>
              </a:buClr>
              <a:buNone/>
            </a:pPr>
            <a:endParaRPr lang="en-US" sz="1600" dirty="0"/>
          </a:p>
          <a:p>
            <a:pPr marL="152400" indent="0">
              <a:buClr>
                <a:srgbClr val="FFFFFF"/>
              </a:buClr>
              <a:buNone/>
            </a:pPr>
            <a:r>
              <a:rPr lang="en-US" sz="1600" b="1">
                <a:solidFill>
                  <a:srgbClr val="242424"/>
                </a:solidFill>
                <a:highlight>
                  <a:srgbClr val="FFFFFF"/>
                </a:highlight>
              </a:rPr>
              <a:t>Alumni and Family Weekend campaign launch party on Friday, September 25, starting at 5:30PM</a:t>
            </a:r>
            <a:endParaRPr lang="en-US" sz="1600" b="1" dirty="0">
              <a:solidFill>
                <a:srgbClr val="242424"/>
              </a:solidFill>
              <a:highlight>
                <a:srgbClr val="FFFFFF"/>
              </a:highlight>
            </a:endParaRPr>
          </a:p>
          <a:p>
            <a:pPr marL="152400" indent="0">
              <a:buClr>
                <a:srgbClr val="FFFFFF"/>
              </a:buClr>
              <a:buNone/>
            </a:pPr>
            <a:r>
              <a:rPr lang="en-US" sz="1600">
                <a:solidFill>
                  <a:srgbClr val="242424"/>
                </a:solidFill>
                <a:highlight>
                  <a:srgbClr val="FFFFFF"/>
                </a:highlight>
              </a:rPr>
              <a:t>"one of the activities we’d really like to feature during this party is the Virtual Reality lab to our donors and give them the opportunity to experience it themselves. This will be </a:t>
            </a:r>
            <a:r>
              <a:rPr lang="en-US" sz="1600" b="1">
                <a:solidFill>
                  <a:srgbClr val="242424"/>
                </a:solidFill>
                <a:highlight>
                  <a:srgbClr val="FFFFFF"/>
                </a:highlight>
              </a:rPr>
              <a:t>5:30 until 7:00PM – afterwards, we would open it up to the public a bit longer to also participate."</a:t>
            </a:r>
            <a:br>
              <a:rPr lang="en-US" sz="1600" b="1" dirty="0">
                <a:highlight>
                  <a:srgbClr val="FFFFFF"/>
                </a:highlight>
              </a:rPr>
            </a:br>
            <a:endParaRPr lang="en-US" sz="1600" b="1" dirty="0">
              <a:solidFill>
                <a:srgbClr val="242424"/>
              </a:solidFill>
              <a:highlight>
                <a:srgbClr val="FFFFFF"/>
              </a:highlight>
            </a:endParaRPr>
          </a:p>
          <a:p>
            <a:pPr marL="152400" indent="0">
              <a:buClr>
                <a:srgbClr val="FFFFFF"/>
              </a:buClr>
              <a:buNone/>
            </a:pPr>
            <a:endParaRPr lang="en-US" sz="1600" b="1" dirty="0">
              <a:solidFill>
                <a:srgbClr val="242424"/>
              </a:solidFill>
              <a:highlight>
                <a:srgbClr val="FFFFFF"/>
              </a:highlight>
            </a:endParaRPr>
          </a:p>
          <a:p>
            <a:pPr marL="152400" indent="0">
              <a:buClr>
                <a:srgbClr val="FFFFFF"/>
              </a:buClr>
              <a:buNone/>
            </a:pPr>
            <a:r>
              <a:rPr lang="en-US" sz="1600" b="1">
                <a:solidFill>
                  <a:srgbClr val="242424"/>
                </a:solidFill>
                <a:highlight>
                  <a:srgbClr val="FFFFFF"/>
                </a:highlight>
              </a:rPr>
              <a:t>Sept. 26, 11 a.m.–1 p.m. --</a:t>
            </a:r>
            <a:r>
              <a:rPr lang="en-US" sz="1600" b="1" dirty="0">
                <a:solidFill>
                  <a:srgbClr val="242424"/>
                </a:solidFill>
                <a:highlight>
                  <a:srgbClr val="FFFFFF"/>
                </a:highlight>
              </a:rPr>
              <a:t> </a:t>
            </a:r>
            <a:r>
              <a:rPr lang="en-US" sz="1600" b="1">
                <a:solidFill>
                  <a:srgbClr val="242424"/>
                </a:solidFill>
                <a:highlight>
                  <a:srgbClr val="FFFFFF"/>
                </a:highlight>
                <a:ea typeface="+mn-lt"/>
                <a:cs typeface="+mn-lt"/>
              </a:rPr>
              <a:t>Virtual Reality Lab Experience</a:t>
            </a:r>
            <a:r>
              <a:rPr lang="en-US" sz="1600">
                <a:solidFill>
                  <a:srgbClr val="242424"/>
                </a:solidFill>
                <a:highlight>
                  <a:srgbClr val="FFFFFF"/>
                </a:highlight>
                <a:ea typeface="+mn-lt"/>
                <a:cs typeface="+mn-lt"/>
              </a:rPr>
              <a:t>, with hands-on demonstrations of the university's VR technology. George B. Duke Engineering and Information Technologies Building, University of </a:t>
            </a:r>
            <a:r>
              <a:rPr lang="en-US" sz="1600">
                <a:solidFill>
                  <a:srgbClr val="242424"/>
                </a:solidFill>
                <a:highlight>
                  <a:srgbClr val="FFFFFF"/>
                </a:highlight>
              </a:rPr>
              <a:t>Pittsburgh</a:t>
            </a:r>
            <a:r>
              <a:rPr lang="en-US" sz="1600">
                <a:solidFill>
                  <a:srgbClr val="242424"/>
                </a:solidFill>
                <a:highlight>
                  <a:srgbClr val="FFFFFF"/>
                </a:highlight>
                <a:ea typeface="+mn-lt"/>
                <a:cs typeface="+mn-lt"/>
              </a:rPr>
              <a:t> at </a:t>
            </a:r>
            <a:r>
              <a:rPr lang="en-US" sz="1600">
                <a:solidFill>
                  <a:srgbClr val="242424"/>
                </a:solidFill>
                <a:highlight>
                  <a:srgbClr val="FFFFFF"/>
                </a:highlight>
              </a:rPr>
              <a:t>Bradford</a:t>
            </a:r>
            <a:br>
              <a:rPr lang="en-US" sz="1600" dirty="0">
                <a:highlight>
                  <a:srgbClr val="FFFFFF"/>
                </a:highlight>
              </a:rPr>
            </a:br>
            <a:endParaRPr lang="en-US" sz="1600" dirty="0"/>
          </a:p>
          <a:p>
            <a:pPr marL="152400" indent="0">
              <a:buClr>
                <a:srgbClr val="FFFFFF"/>
              </a:buClr>
              <a:buNone/>
            </a:pPr>
            <a:endParaRPr lang="en-US" sz="1600" dirty="0">
              <a:solidFill>
                <a:schemeClr val="tx1"/>
              </a:solidFill>
            </a:endParaRPr>
          </a:p>
          <a:p>
            <a:pPr marL="152400" indent="0">
              <a:buClr>
                <a:srgbClr val="FFFFFF"/>
              </a:buClr>
              <a:buNone/>
            </a:pPr>
            <a:r>
              <a:rPr lang="en-US" sz="1600" b="1">
                <a:solidFill>
                  <a:schemeClr val="tx1"/>
                </a:solidFill>
              </a:rPr>
              <a:t>Halloween Party</a:t>
            </a:r>
            <a:br>
              <a:rPr lang="en-US" sz="1600" dirty="0"/>
            </a:br>
            <a:endParaRPr lang="en-US" sz="1600" dirty="0">
              <a:solidFill>
                <a:schemeClr val="tx1"/>
              </a:solidFill>
            </a:endParaRPr>
          </a:p>
          <a:p>
            <a:pPr marL="152400" indent="0">
              <a:buClr>
                <a:srgbClr val="FFFFFF"/>
              </a:buClr>
              <a:buNone/>
            </a:pPr>
            <a:r>
              <a:rPr lang="en-US" sz="1600" dirty="0">
                <a:solidFill>
                  <a:schemeClr val="tx1"/>
                </a:solidFill>
              </a:rPr>
              <a:t>PS </a:t>
            </a:r>
            <a:r>
              <a:rPr lang="en-US" sz="1600" b="1">
                <a:solidFill>
                  <a:schemeClr val="tx1"/>
                </a:solidFill>
              </a:rPr>
              <a:t>Global Game Jam in January</a:t>
            </a:r>
            <a:r>
              <a:rPr lang="en-US" sz="1600" dirty="0">
                <a:solidFill>
                  <a:schemeClr val="tx1"/>
                </a:solidFill>
              </a:rPr>
              <a:t> - </a:t>
            </a:r>
            <a:r>
              <a:rPr lang="en-US" sz="1600" dirty="0">
                <a:solidFill>
                  <a:schemeClr val="tx1"/>
                </a:solidFill>
                <a:latin typeface="Arial"/>
                <a:cs typeface="Arial"/>
                <a:hlinkClick r:id="rId2">
                  <a:extLst>
                    <a:ext uri="{A12FA001-AC4F-418D-AE19-62706E023703}">
                      <ahyp:hlinkClr xmlns:ahyp="http://schemas.microsoft.com/office/drawing/2018/hyperlinkcolor" val="tx"/>
                    </a:ext>
                  </a:extLst>
                </a:hlinkClick>
              </a:rPr>
              <a:t>https://globalgamejam.org/</a:t>
            </a:r>
            <a:r>
              <a:rPr lang="en-US" sz="1600" dirty="0">
                <a:solidFill>
                  <a:schemeClr val="tx1"/>
                </a:solidFill>
                <a:latin typeface="Arial"/>
                <a:cs typeface="Arial"/>
              </a:rPr>
              <a:t> </a:t>
            </a:r>
          </a:p>
        </p:txBody>
      </p:sp>
      <p:pic>
        <p:nvPicPr>
          <p:cNvPr id="3" name="Picture 2" descr="A person wearing virtual reality headset and holding controllers&#10;&#10;AI-generated content may be incorrect.">
            <a:extLst>
              <a:ext uri="{FF2B5EF4-FFF2-40B4-BE49-F238E27FC236}">
                <a16:creationId xmlns:a16="http://schemas.microsoft.com/office/drawing/2014/main" id="{27529657-B275-647C-2196-BE21D13D0637}"/>
              </a:ext>
            </a:extLst>
          </p:cNvPr>
          <p:cNvPicPr>
            <a:picLocks noChangeAspect="1"/>
          </p:cNvPicPr>
          <p:nvPr/>
        </p:nvPicPr>
        <p:blipFill>
          <a:blip r:embed="rId3"/>
          <a:srcRect/>
          <a:stretch>
            <a:fillRect/>
          </a:stretch>
        </p:blipFill>
        <p:spPr>
          <a:xfrm>
            <a:off x="862445" y="4101811"/>
            <a:ext cx="4128655" cy="2311978"/>
          </a:xfrm>
          <a:prstGeom prst="rect">
            <a:avLst/>
          </a:prstGeom>
        </p:spPr>
      </p:pic>
      <p:pic>
        <p:nvPicPr>
          <p:cNvPr id="6" name="Picture 5" descr="A blue sign with white text&#10;&#10;AI-generated content may be incorrect.">
            <a:extLst>
              <a:ext uri="{FF2B5EF4-FFF2-40B4-BE49-F238E27FC236}">
                <a16:creationId xmlns:a16="http://schemas.microsoft.com/office/drawing/2014/main" id="{1B221C06-EC3C-F274-3011-BB9E28FE67DF}"/>
              </a:ext>
            </a:extLst>
          </p:cNvPr>
          <p:cNvPicPr>
            <a:picLocks noChangeAspect="1"/>
          </p:cNvPicPr>
          <p:nvPr/>
        </p:nvPicPr>
        <p:blipFill>
          <a:blip r:embed="rId4"/>
          <a:stretch>
            <a:fillRect/>
          </a:stretch>
        </p:blipFill>
        <p:spPr>
          <a:xfrm>
            <a:off x="2336" y="5032"/>
            <a:ext cx="3388384" cy="838200"/>
          </a:xfrm>
          <a:prstGeom prst="rect">
            <a:avLst/>
          </a:prstGeom>
        </p:spPr>
      </p:pic>
    </p:spTree>
    <p:extLst>
      <p:ext uri="{BB962C8B-B14F-4D97-AF65-F5344CB8AC3E}">
        <p14:creationId xmlns:p14="http://schemas.microsoft.com/office/powerpoint/2010/main" val="797687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797FF-976A-9F57-3A55-5D6CDE46CCB0}"/>
              </a:ext>
            </a:extLst>
          </p:cNvPr>
          <p:cNvSpPr>
            <a:spLocks noGrp="1"/>
          </p:cNvSpPr>
          <p:nvPr>
            <p:ph type="title"/>
          </p:nvPr>
        </p:nvSpPr>
        <p:spPr>
          <a:xfrm>
            <a:off x="354000" y="1534800"/>
            <a:ext cx="5393600" cy="1039982"/>
          </a:xfrm>
        </p:spPr>
        <p:txBody>
          <a:bodyPr/>
          <a:lstStyle/>
          <a:p>
            <a:r>
              <a:rPr lang="en-US"/>
              <a:t>Logistics</a:t>
            </a:r>
          </a:p>
        </p:txBody>
      </p:sp>
      <p:sp>
        <p:nvSpPr>
          <p:cNvPr id="4" name="Text Placeholder 3">
            <a:extLst>
              <a:ext uri="{FF2B5EF4-FFF2-40B4-BE49-F238E27FC236}">
                <a16:creationId xmlns:a16="http://schemas.microsoft.com/office/drawing/2014/main" id="{1D149AA7-C0B1-C1D5-3871-9B35EE46A3CC}"/>
              </a:ext>
            </a:extLst>
          </p:cNvPr>
          <p:cNvSpPr>
            <a:spLocks noGrp="1"/>
          </p:cNvSpPr>
          <p:nvPr>
            <p:ph type="body" idx="2"/>
          </p:nvPr>
        </p:nvSpPr>
        <p:spPr>
          <a:solidFill>
            <a:schemeClr val="bg1"/>
          </a:solidFill>
        </p:spPr>
        <p:txBody>
          <a:bodyPr/>
          <a:lstStyle/>
          <a:p>
            <a:pPr marL="608965" indent="-456565"/>
            <a:r>
              <a:rPr lang="en-US" sz="1800" b="1">
                <a:solidFill>
                  <a:srgbClr val="242424"/>
                </a:solidFill>
              </a:rPr>
              <a:t>Friday, Sept. 25 — Launch Party</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5:30–7:00 PM: VR Lab open exclusively to donors and alumni</a:t>
            </a:r>
            <a:endParaRPr lang="en-US"/>
          </a:p>
          <a:p>
            <a:pPr marL="608965" indent="-456565">
              <a:buClr>
                <a:srgbClr val="FFFFFF"/>
              </a:buClr>
            </a:pPr>
            <a:r>
              <a:rPr lang="en-US" sz="1800" dirty="0">
                <a:solidFill>
                  <a:srgbClr val="242424"/>
                </a:solidFill>
                <a:latin typeface="Arial"/>
                <a:cs typeface="Arial"/>
              </a:rPr>
              <a:t>•</a:t>
            </a:r>
            <a:r>
              <a:rPr lang="en-US" sz="1400" dirty="0">
                <a:solidFill>
                  <a:srgbClr val="242424"/>
                </a:solidFill>
              </a:rPr>
              <a:t>7:00 PM onward: Open to the general public</a:t>
            </a:r>
            <a:endParaRPr lang="en-US" dirty="0"/>
          </a:p>
          <a:p>
            <a:pPr marL="608965" indent="-456565">
              <a:buClr>
                <a:srgbClr val="FFFFFF"/>
              </a:buClr>
            </a:pPr>
            <a:r>
              <a:rPr lang="en-US" sz="1800" b="1">
                <a:solidFill>
                  <a:srgbClr val="242424"/>
                </a:solidFill>
              </a:rPr>
              <a:t>Saturday, Sept. 26 — VR Lab Experience</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11:00 AM–1:00 PM, hands-on demos for all attendees</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George B. Duke Engineering and Information Technologies Building, Pitt Bradford</a:t>
            </a:r>
            <a:endParaRPr lang="en-US"/>
          </a:p>
          <a:p>
            <a:pPr marL="608965" indent="-456565">
              <a:buClr>
                <a:srgbClr val="FFFFFF"/>
              </a:buClr>
            </a:pPr>
            <a:r>
              <a:rPr lang="en-US" sz="1800" b="1">
                <a:solidFill>
                  <a:srgbClr val="242424"/>
                </a:solidFill>
              </a:rPr>
              <a:t>Setup Checklist (arrive 1 hour early)</a:t>
            </a:r>
            <a:endParaRPr lang="en-US"/>
          </a:p>
          <a:p>
            <a:pPr marL="608965" indent="-456565">
              <a:buClr>
                <a:srgbClr val="FFFFFF"/>
              </a:buClr>
            </a:pPr>
            <a:r>
              <a:rPr lang="en-US" sz="1800" dirty="0">
                <a:solidFill>
                  <a:srgbClr val="242424"/>
                </a:solidFill>
                <a:latin typeface="Arial"/>
                <a:cs typeface="Arial"/>
              </a:rPr>
              <a:t>•</a:t>
            </a:r>
            <a:r>
              <a:rPr lang="en-US" sz="1400" dirty="0">
                <a:solidFill>
                  <a:srgbClr val="242424"/>
                </a:solidFill>
              </a:rPr>
              <a:t>Charge and test all headsets: </a:t>
            </a:r>
            <a:r>
              <a:rPr lang="en-US" sz="1400" err="1">
                <a:solidFill>
                  <a:srgbClr val="242424"/>
                </a:solidFill>
              </a:rPr>
              <a:t>Vive</a:t>
            </a:r>
            <a:r>
              <a:rPr lang="en-US" sz="1400" dirty="0">
                <a:solidFill>
                  <a:srgbClr val="242424"/>
                </a:solidFill>
              </a:rPr>
              <a:t> Pro 2, Meta Quest </a:t>
            </a:r>
            <a:r>
              <a:rPr lang="en-US" sz="1400">
                <a:solidFill>
                  <a:srgbClr val="242424"/>
                </a:solidFill>
              </a:rPr>
              <a:t>2/3, HoloLens, do we want to set up racing with </a:t>
            </a:r>
            <a:r>
              <a:rPr lang="en-US" sz="1400" err="1">
                <a:solidFill>
                  <a:srgbClr val="242424"/>
                </a:solidFill>
              </a:rPr>
              <a:t>Vive</a:t>
            </a:r>
            <a:r>
              <a:rPr lang="en-US" sz="1400">
                <a:solidFill>
                  <a:srgbClr val="242424"/>
                </a:solidFill>
              </a:rPr>
              <a:t> Pro 2?</a:t>
            </a:r>
            <a:endParaRPr lang="en-US" dirty="0"/>
          </a:p>
          <a:p>
            <a:pPr marL="608965" indent="-456565">
              <a:buClr>
                <a:srgbClr val="FFFFFF"/>
              </a:buClr>
            </a:pPr>
            <a:r>
              <a:rPr lang="en-US" sz="1800">
                <a:solidFill>
                  <a:srgbClr val="242424"/>
                </a:solidFill>
                <a:latin typeface="Arial"/>
                <a:cs typeface="Arial"/>
              </a:rPr>
              <a:t>•</a:t>
            </a:r>
            <a:r>
              <a:rPr lang="en-US" sz="1400">
                <a:solidFill>
                  <a:srgbClr val="242424"/>
                </a:solidFill>
              </a:rPr>
              <a:t>Load demo builds and apps; keep Meta XR Simulator as a </a:t>
            </a:r>
            <a:r>
              <a:rPr lang="en-US" sz="1400" dirty="0">
                <a:solidFill>
                  <a:srgbClr val="242424"/>
                </a:solidFill>
              </a:rPr>
              <a:t>backup</a:t>
            </a:r>
            <a:endParaRPr lang="en-US" dirty="0"/>
          </a:p>
          <a:p>
            <a:pPr marL="608965" indent="-456565">
              <a:buClr>
                <a:srgbClr val="FFFFFF"/>
              </a:buClr>
            </a:pPr>
            <a:r>
              <a:rPr lang="en-US" sz="1800">
                <a:solidFill>
                  <a:srgbClr val="242424"/>
                </a:solidFill>
                <a:latin typeface="Arial"/>
                <a:cs typeface="Arial"/>
              </a:rPr>
              <a:t>•</a:t>
            </a:r>
            <a:r>
              <a:rPr lang="en-US" sz="1400">
                <a:solidFill>
                  <a:srgbClr val="242424"/>
                </a:solidFill>
              </a:rPr>
              <a:t>Sanitize wipes staged at every station</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Power strips and extension cords run and taped down</a:t>
            </a:r>
            <a:endParaRPr lang="en-US"/>
          </a:p>
          <a:p>
            <a:pPr marL="608965" indent="-456565">
              <a:buClr>
                <a:srgbClr val="FFFFFF"/>
              </a:buClr>
            </a:pPr>
            <a:endParaRPr lang="en-US" dirty="0"/>
          </a:p>
        </p:txBody>
      </p:sp>
      <p:pic>
        <p:nvPicPr>
          <p:cNvPr id="5" name="Picture 4">
            <a:extLst>
              <a:ext uri="{FF2B5EF4-FFF2-40B4-BE49-F238E27FC236}">
                <a16:creationId xmlns:a16="http://schemas.microsoft.com/office/drawing/2014/main" id="{13FB8881-CCDC-E5A0-6AD5-6BD023119D17}"/>
              </a:ext>
            </a:extLst>
          </p:cNvPr>
          <p:cNvPicPr>
            <a:picLocks noChangeAspect="1"/>
          </p:cNvPicPr>
          <p:nvPr/>
        </p:nvPicPr>
        <p:blipFill>
          <a:blip r:embed="rId2"/>
          <a:srcRect b="278"/>
          <a:stretch>
            <a:fillRect/>
          </a:stretch>
        </p:blipFill>
        <p:spPr>
          <a:xfrm>
            <a:off x="350693" y="2893002"/>
            <a:ext cx="3981450" cy="2251155"/>
          </a:xfrm>
          <a:prstGeom prst="rect">
            <a:avLst/>
          </a:prstGeom>
        </p:spPr>
      </p:pic>
      <p:pic>
        <p:nvPicPr>
          <p:cNvPr id="6" name="Picture 5" descr="PXL_20260318_005722129.jpg">
            <a:extLst>
              <a:ext uri="{FF2B5EF4-FFF2-40B4-BE49-F238E27FC236}">
                <a16:creationId xmlns:a16="http://schemas.microsoft.com/office/drawing/2014/main" id="{012FBE7A-6C18-BB50-381A-7A19E2ACCFD3}"/>
              </a:ext>
            </a:extLst>
          </p:cNvPr>
          <p:cNvPicPr>
            <a:picLocks noChangeAspect="1"/>
          </p:cNvPicPr>
          <p:nvPr/>
        </p:nvPicPr>
        <p:blipFill>
          <a:blip r:embed="rId3"/>
          <a:srcRect r="157"/>
          <a:stretch>
            <a:fillRect/>
          </a:stretch>
        </p:blipFill>
        <p:spPr>
          <a:xfrm>
            <a:off x="1906732" y="4282786"/>
            <a:ext cx="3965670" cy="2247900"/>
          </a:xfrm>
          <a:prstGeom prst="rect">
            <a:avLst/>
          </a:prstGeom>
        </p:spPr>
      </p:pic>
      <p:pic>
        <p:nvPicPr>
          <p:cNvPr id="7" name="Picture 6" descr="A blue sign with white text&#10;&#10;AI-generated content may be incorrect.">
            <a:extLst>
              <a:ext uri="{FF2B5EF4-FFF2-40B4-BE49-F238E27FC236}">
                <a16:creationId xmlns:a16="http://schemas.microsoft.com/office/drawing/2014/main" id="{F500C8B7-852B-A51E-78B8-00D0D41E90CD}"/>
              </a:ext>
            </a:extLst>
          </p:cNvPr>
          <p:cNvPicPr>
            <a:picLocks noChangeAspect="1"/>
          </p:cNvPicPr>
          <p:nvPr/>
        </p:nvPicPr>
        <p:blipFill>
          <a:blip r:embed="rId4"/>
          <a:stretch>
            <a:fillRect/>
          </a:stretch>
        </p:blipFill>
        <p:spPr>
          <a:xfrm>
            <a:off x="2336" y="5032"/>
            <a:ext cx="3388384" cy="838200"/>
          </a:xfrm>
          <a:prstGeom prst="rect">
            <a:avLst/>
          </a:prstGeom>
        </p:spPr>
      </p:pic>
    </p:spTree>
    <p:extLst>
      <p:ext uri="{BB962C8B-B14F-4D97-AF65-F5344CB8AC3E}">
        <p14:creationId xmlns:p14="http://schemas.microsoft.com/office/powerpoint/2010/main" val="3878329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C03E-7D07-F77E-B065-F93F6251D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6C571-E1E7-EAFE-66A5-918D53C3FA4C}"/>
              </a:ext>
            </a:extLst>
          </p:cNvPr>
          <p:cNvSpPr>
            <a:spLocks noGrp="1"/>
          </p:cNvSpPr>
          <p:nvPr>
            <p:ph type="title"/>
          </p:nvPr>
        </p:nvSpPr>
        <p:spPr>
          <a:xfrm>
            <a:off x="354000" y="1534800"/>
            <a:ext cx="5393600" cy="1261655"/>
          </a:xfrm>
        </p:spPr>
        <p:txBody>
          <a:bodyPr/>
          <a:lstStyle/>
          <a:p>
            <a:r>
              <a:rPr lang="en-US"/>
              <a:t>Roles</a:t>
            </a:r>
            <a:endParaRPr lang="en-US" dirty="0"/>
          </a:p>
        </p:txBody>
      </p:sp>
      <p:sp>
        <p:nvSpPr>
          <p:cNvPr id="4" name="Text Placeholder 3">
            <a:extLst>
              <a:ext uri="{FF2B5EF4-FFF2-40B4-BE49-F238E27FC236}">
                <a16:creationId xmlns:a16="http://schemas.microsoft.com/office/drawing/2014/main" id="{E24ACB20-B3D7-5C69-4AA9-0FA5C33FF1A3}"/>
              </a:ext>
            </a:extLst>
          </p:cNvPr>
          <p:cNvSpPr>
            <a:spLocks noGrp="1"/>
          </p:cNvSpPr>
          <p:nvPr>
            <p:ph type="body" idx="2"/>
          </p:nvPr>
        </p:nvSpPr>
        <p:spPr>
          <a:solidFill>
            <a:schemeClr val="bg1"/>
          </a:solidFill>
        </p:spPr>
        <p:txBody>
          <a:bodyPr/>
          <a:lstStyle/>
          <a:p>
            <a:pPr marL="608965" indent="-456565">
              <a:buClr>
                <a:srgbClr val="FFFFFF"/>
              </a:buClr>
            </a:pPr>
            <a:r>
              <a:rPr lang="en-US" sz="1800" b="1">
                <a:solidFill>
                  <a:srgbClr val="242424"/>
                </a:solidFill>
              </a:rPr>
              <a:t>Volunteer Roles</a:t>
            </a:r>
            <a:br>
              <a:rPr lang="en-US" sz="1800" b="1" dirty="0">
                <a:solidFill>
                  <a:srgbClr val="242424"/>
                </a:solidFill>
              </a:rPr>
            </a:br>
            <a:endParaRPr lang="en-US">
              <a:solidFill>
                <a:srgbClr val="FFFFFF"/>
              </a:solidFill>
            </a:endParaRPr>
          </a:p>
          <a:p>
            <a:pPr marL="608965" indent="-456565">
              <a:buClr>
                <a:srgbClr val="FFFFFF"/>
              </a:buClr>
            </a:pPr>
            <a:r>
              <a:rPr lang="en-US" sz="1800">
                <a:solidFill>
                  <a:srgbClr val="242424"/>
                </a:solidFill>
                <a:latin typeface="Arial"/>
                <a:cs typeface="Arial"/>
              </a:rPr>
              <a:t>•</a:t>
            </a:r>
            <a:r>
              <a:rPr lang="en-US" sz="1400">
                <a:solidFill>
                  <a:srgbClr val="242424"/>
                </a:solidFill>
              </a:rPr>
              <a:t>Greeter — welcomes visitors, explains what's available</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Headset Wrangler — sanitizes and resets headsets between users, manages the queue</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Demo Runner — launches the chosen experience, guides controls</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Floater — troubleshoots issues, restocks stations as needed</a:t>
            </a:r>
            <a:br>
              <a:rPr lang="en-US" sz="1400" dirty="0">
                <a:solidFill>
                  <a:srgbClr val="242424"/>
                </a:solidFill>
              </a:rPr>
            </a:br>
            <a:endParaRPr lang="en-US"/>
          </a:p>
          <a:p>
            <a:pPr marL="608965" indent="-456565">
              <a:buClr>
                <a:srgbClr val="FFFFFF"/>
              </a:buClr>
            </a:pPr>
            <a:r>
              <a:rPr lang="en-US" sz="1800" b="1">
                <a:solidFill>
                  <a:srgbClr val="242424"/>
                </a:solidFill>
              </a:rPr>
              <a:t>Shifts</a:t>
            </a:r>
            <a:endParaRPr lang="en-US"/>
          </a:p>
          <a:p>
            <a:pPr marL="608965" indent="-456565">
              <a:buClr>
                <a:srgbClr val="FFFFFF"/>
              </a:buClr>
            </a:pPr>
            <a:r>
              <a:rPr lang="en-US" sz="1800">
                <a:solidFill>
                  <a:srgbClr val="242424"/>
                </a:solidFill>
                <a:latin typeface="Arial"/>
                <a:cs typeface="Arial"/>
              </a:rPr>
              <a:t>•</a:t>
            </a:r>
            <a:r>
              <a:rPr lang="en-US" sz="1400">
                <a:solidFill>
                  <a:srgbClr val="242424"/>
                </a:solidFill>
              </a:rPr>
              <a:t>Friday: 5:00–7:30 PM (launch party)</a:t>
            </a:r>
            <a:endParaRPr lang="en-US" sz="1400"/>
          </a:p>
          <a:p>
            <a:pPr marL="608965" indent="-456565">
              <a:buClr>
                <a:srgbClr val="FFFFFF"/>
              </a:buClr>
            </a:pPr>
            <a:r>
              <a:rPr lang="en-US" sz="1800">
                <a:solidFill>
                  <a:srgbClr val="242424"/>
                </a:solidFill>
                <a:latin typeface="Arial"/>
                <a:cs typeface="Arial"/>
              </a:rPr>
              <a:t>•</a:t>
            </a:r>
            <a:r>
              <a:rPr lang="en-US" sz="1400">
                <a:solidFill>
                  <a:srgbClr val="242424"/>
                </a:solidFill>
              </a:rPr>
              <a:t>Saturday: 10:45 AM–1:15 PM (public lab experience)</a:t>
            </a:r>
            <a:endParaRPr lang="en-US"/>
          </a:p>
          <a:p>
            <a:pPr marL="608965" indent="-456565">
              <a:buClr>
                <a:srgbClr val="FFFFFF"/>
              </a:buClr>
            </a:pPr>
            <a:endParaRPr lang="en-US" sz="1800" b="1" dirty="0">
              <a:solidFill>
                <a:srgbClr val="242424"/>
              </a:solidFill>
            </a:endParaRPr>
          </a:p>
        </p:txBody>
      </p:sp>
      <p:pic>
        <p:nvPicPr>
          <p:cNvPr id="5" name="Picture 4">
            <a:extLst>
              <a:ext uri="{FF2B5EF4-FFF2-40B4-BE49-F238E27FC236}">
                <a16:creationId xmlns:a16="http://schemas.microsoft.com/office/drawing/2014/main" id="{1854899B-9943-D000-FBB0-E2ADF3B2DCDC}"/>
              </a:ext>
            </a:extLst>
          </p:cNvPr>
          <p:cNvPicPr>
            <a:picLocks noChangeAspect="1"/>
          </p:cNvPicPr>
          <p:nvPr/>
        </p:nvPicPr>
        <p:blipFill>
          <a:blip r:embed="rId2"/>
          <a:srcRect r="-169" b="255"/>
          <a:stretch>
            <a:fillRect/>
          </a:stretch>
        </p:blipFill>
        <p:spPr>
          <a:xfrm>
            <a:off x="1424420" y="3433328"/>
            <a:ext cx="2554629" cy="1689183"/>
          </a:xfrm>
          <a:prstGeom prst="rect">
            <a:avLst/>
          </a:prstGeom>
        </p:spPr>
      </p:pic>
      <p:pic>
        <p:nvPicPr>
          <p:cNvPr id="6" name="Picture 5">
            <a:extLst>
              <a:ext uri="{FF2B5EF4-FFF2-40B4-BE49-F238E27FC236}">
                <a16:creationId xmlns:a16="http://schemas.microsoft.com/office/drawing/2014/main" id="{BB978F34-9AD9-899F-3207-0C0495C5E839}"/>
              </a:ext>
            </a:extLst>
          </p:cNvPr>
          <p:cNvPicPr>
            <a:picLocks noChangeAspect="1"/>
          </p:cNvPicPr>
          <p:nvPr/>
        </p:nvPicPr>
        <p:blipFill>
          <a:blip r:embed="rId3"/>
          <a:srcRect l="16171" t="11076" r="9851" b="10136"/>
          <a:stretch>
            <a:fillRect/>
          </a:stretch>
        </p:blipFill>
        <p:spPr>
          <a:xfrm>
            <a:off x="4223834" y="3429317"/>
            <a:ext cx="1579900" cy="3002397"/>
          </a:xfrm>
          <a:prstGeom prst="rect">
            <a:avLst/>
          </a:prstGeom>
        </p:spPr>
      </p:pic>
      <p:pic>
        <p:nvPicPr>
          <p:cNvPr id="7" name="Picture 6" descr="A blue sign with white text&#10;&#10;AI-generated content may be incorrect.">
            <a:extLst>
              <a:ext uri="{FF2B5EF4-FFF2-40B4-BE49-F238E27FC236}">
                <a16:creationId xmlns:a16="http://schemas.microsoft.com/office/drawing/2014/main" id="{1EB4FE0F-385F-3A0E-5EA3-F81A3B0E0582}"/>
              </a:ext>
            </a:extLst>
          </p:cNvPr>
          <p:cNvPicPr>
            <a:picLocks noChangeAspect="1"/>
          </p:cNvPicPr>
          <p:nvPr/>
        </p:nvPicPr>
        <p:blipFill>
          <a:blip r:embed="rId4"/>
          <a:stretch>
            <a:fillRect/>
          </a:stretch>
        </p:blipFill>
        <p:spPr>
          <a:xfrm>
            <a:off x="2336" y="5032"/>
            <a:ext cx="3388384" cy="838200"/>
          </a:xfrm>
          <a:prstGeom prst="rect">
            <a:avLst/>
          </a:prstGeom>
        </p:spPr>
      </p:pic>
    </p:spTree>
    <p:extLst>
      <p:ext uri="{BB962C8B-B14F-4D97-AF65-F5344CB8AC3E}">
        <p14:creationId xmlns:p14="http://schemas.microsoft.com/office/powerpoint/2010/main" val="2382768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6EFD-CC40-A111-9DC3-E8E4A8D6A1B5}"/>
              </a:ext>
            </a:extLst>
          </p:cNvPr>
          <p:cNvSpPr>
            <a:spLocks noGrp="1"/>
          </p:cNvSpPr>
          <p:nvPr>
            <p:ph type="title"/>
          </p:nvPr>
        </p:nvSpPr>
        <p:spPr/>
        <p:txBody>
          <a:bodyPr/>
          <a:lstStyle/>
          <a:p>
            <a:r>
              <a:rPr lang="en-US"/>
              <a:t>Next steps</a:t>
            </a:r>
          </a:p>
        </p:txBody>
      </p:sp>
      <p:sp>
        <p:nvSpPr>
          <p:cNvPr id="3" name="Subtitle 2">
            <a:extLst>
              <a:ext uri="{FF2B5EF4-FFF2-40B4-BE49-F238E27FC236}">
                <a16:creationId xmlns:a16="http://schemas.microsoft.com/office/drawing/2014/main" id="{AD20F863-2935-1699-2D7D-F5DA1DDEA6C8}"/>
              </a:ext>
            </a:extLst>
          </p:cNvPr>
          <p:cNvSpPr>
            <a:spLocks noGrp="1"/>
          </p:cNvSpPr>
          <p:nvPr>
            <p:ph type="subTitle" idx="1"/>
          </p:nvPr>
        </p:nvSpPr>
        <p:spPr/>
        <p:txBody>
          <a:bodyPr/>
          <a:lstStyle/>
          <a:p>
            <a:r>
              <a:rPr lang="en-US"/>
              <a:t>Schedule Prep Nights</a:t>
            </a:r>
          </a:p>
        </p:txBody>
      </p:sp>
      <p:sp>
        <p:nvSpPr>
          <p:cNvPr id="4" name="Text Placeholder 3">
            <a:extLst>
              <a:ext uri="{FF2B5EF4-FFF2-40B4-BE49-F238E27FC236}">
                <a16:creationId xmlns:a16="http://schemas.microsoft.com/office/drawing/2014/main" id="{17BE927A-B50C-1646-8228-61CBADB39285}"/>
              </a:ext>
            </a:extLst>
          </p:cNvPr>
          <p:cNvSpPr>
            <a:spLocks noGrp="1"/>
          </p:cNvSpPr>
          <p:nvPr>
            <p:ph type="body" idx="2"/>
          </p:nvPr>
        </p:nvSpPr>
        <p:spPr/>
        <p:txBody>
          <a:bodyPr/>
          <a:lstStyle/>
          <a:p>
            <a:pPr marL="608965" indent="-456565"/>
            <a:r>
              <a:rPr lang="en-US"/>
              <a:t>Sundays?</a:t>
            </a:r>
          </a:p>
          <a:p>
            <a:pPr marL="608965" indent="-456565">
              <a:buClr>
                <a:srgbClr val="FFFFFF"/>
              </a:buClr>
            </a:pPr>
            <a:r>
              <a:rPr lang="en-US"/>
              <a:t>Thursdays?</a:t>
            </a:r>
            <a:endParaRPr lang="en-US" dirty="0"/>
          </a:p>
        </p:txBody>
      </p:sp>
      <p:pic>
        <p:nvPicPr>
          <p:cNvPr id="6" name="Picture 5" descr="A blue sign with white text&#10;&#10;AI-generated content may be incorrect.">
            <a:extLst>
              <a:ext uri="{FF2B5EF4-FFF2-40B4-BE49-F238E27FC236}">
                <a16:creationId xmlns:a16="http://schemas.microsoft.com/office/drawing/2014/main" id="{BBE47284-1217-61CE-D503-69014C956C6A}"/>
              </a:ext>
            </a:extLst>
          </p:cNvPr>
          <p:cNvPicPr>
            <a:picLocks noChangeAspect="1"/>
          </p:cNvPicPr>
          <p:nvPr/>
        </p:nvPicPr>
        <p:blipFill>
          <a:blip r:embed="rId2"/>
          <a:stretch>
            <a:fillRect/>
          </a:stretch>
        </p:blipFill>
        <p:spPr>
          <a:xfrm>
            <a:off x="2336" y="5032"/>
            <a:ext cx="3388384" cy="838200"/>
          </a:xfrm>
          <a:prstGeom prst="rect">
            <a:avLst/>
          </a:prstGeom>
        </p:spPr>
      </p:pic>
    </p:spTree>
    <p:extLst>
      <p:ext uri="{BB962C8B-B14F-4D97-AF65-F5344CB8AC3E}">
        <p14:creationId xmlns:p14="http://schemas.microsoft.com/office/powerpoint/2010/main" val="1378729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3B06F-FBA4-34A7-D419-EB1472425F15}"/>
              </a:ext>
            </a:extLst>
          </p:cNvPr>
          <p:cNvSpPr>
            <a:spLocks noGrp="1"/>
          </p:cNvSpPr>
          <p:nvPr>
            <p:ph type="title"/>
          </p:nvPr>
        </p:nvSpPr>
        <p:spPr/>
        <p:txBody>
          <a:bodyPr>
            <a:normAutofit/>
          </a:bodyPr>
          <a:lstStyle/>
          <a:p>
            <a:r>
              <a:rPr lang="en-US" sz="6000" dirty="0">
                <a:ea typeface="+mj-lt"/>
                <a:cs typeface="+mj-lt"/>
              </a:rPr>
              <a:t>Meta XR Simulator</a:t>
            </a:r>
            <a:endParaRPr lang="en-US" sz="6000"/>
          </a:p>
        </p:txBody>
      </p:sp>
      <p:sp>
        <p:nvSpPr>
          <p:cNvPr id="3" name="Content Placeholder 2">
            <a:extLst>
              <a:ext uri="{FF2B5EF4-FFF2-40B4-BE49-F238E27FC236}">
                <a16:creationId xmlns:a16="http://schemas.microsoft.com/office/drawing/2014/main" id="{3241B649-5D1D-AF2D-487C-DFBC581B0045}"/>
              </a:ext>
            </a:extLst>
          </p:cNvPr>
          <p:cNvSpPr>
            <a:spLocks noGrp="1"/>
          </p:cNvSpPr>
          <p:nvPr>
            <p:ph idx="1"/>
          </p:nvPr>
        </p:nvSpPr>
        <p:spPr>
          <a:xfrm>
            <a:off x="838200" y="1825625"/>
            <a:ext cx="10515600" cy="740740"/>
          </a:xfrm>
        </p:spPr>
        <p:txBody>
          <a:bodyPr vert="horz" lIns="91440" tIns="45720" rIns="91440" bIns="45720" rtlCol="0" anchor="t">
            <a:normAutofit fontScale="92500" lnSpcReduction="10000"/>
          </a:bodyPr>
          <a:lstStyle/>
          <a:p>
            <a:r>
              <a:rPr lang="en-US" dirty="0">
                <a:ea typeface="+mn-lt"/>
                <a:cs typeface="+mn-lt"/>
                <a:hlinkClick r:id="rId2"/>
              </a:rPr>
              <a:t>https://assetstore.unity.com/packages/tools/integration/meta-xr-simulator-266732</a:t>
            </a:r>
            <a:r>
              <a:rPr lang="en-US" dirty="0">
                <a:ea typeface="+mn-lt"/>
                <a:cs typeface="+mn-lt"/>
              </a:rPr>
              <a:t> </a:t>
            </a:r>
          </a:p>
        </p:txBody>
      </p:sp>
      <p:sp>
        <p:nvSpPr>
          <p:cNvPr id="4" name="TextBox 3">
            <a:extLst>
              <a:ext uri="{FF2B5EF4-FFF2-40B4-BE49-F238E27FC236}">
                <a16:creationId xmlns:a16="http://schemas.microsoft.com/office/drawing/2014/main" id="{2FA2C9A4-52F6-A163-2B0E-97C47708E2B2}"/>
              </a:ext>
            </a:extLst>
          </p:cNvPr>
          <p:cNvSpPr txBox="1"/>
          <p:nvPr/>
        </p:nvSpPr>
        <p:spPr>
          <a:xfrm>
            <a:off x="4745765" y="2765989"/>
            <a:ext cx="611166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Meta XR Simulator is a lightweight XR runtime built for developers that enables the simulation of Meta Quest headsets and features on the API level. </a:t>
            </a:r>
            <a:endParaRPr lang="en-US"/>
          </a:p>
          <a:p>
            <a:endParaRPr lang="en-US" dirty="0">
              <a:latin typeface="Arial"/>
              <a:cs typeface="Arial"/>
            </a:endParaRPr>
          </a:p>
          <a:p>
            <a:r>
              <a:rPr lang="en-US" dirty="0">
                <a:latin typeface="Arial"/>
                <a:cs typeface="Arial"/>
              </a:rPr>
              <a:t>It makes day-to-day development easier by enabling testing and debugging of apps without the need to put on and take off a headset frequently, and helps scale automation by simplifying your testing environment setup.</a:t>
            </a:r>
            <a:endParaRPr lang="en-US"/>
          </a:p>
        </p:txBody>
      </p:sp>
      <p:pic>
        <p:nvPicPr>
          <p:cNvPr id="5" name="Picture 4" descr="screenshot">
            <a:extLst>
              <a:ext uri="{FF2B5EF4-FFF2-40B4-BE49-F238E27FC236}">
                <a16:creationId xmlns:a16="http://schemas.microsoft.com/office/drawing/2014/main" id="{E3AE786E-ECDA-F6E3-91D6-25A5516CE6CF}"/>
              </a:ext>
            </a:extLst>
          </p:cNvPr>
          <p:cNvPicPr>
            <a:picLocks noChangeAspect="1"/>
          </p:cNvPicPr>
          <p:nvPr/>
        </p:nvPicPr>
        <p:blipFill>
          <a:blip r:embed="rId3"/>
          <a:stretch>
            <a:fillRect/>
          </a:stretch>
        </p:blipFill>
        <p:spPr>
          <a:xfrm>
            <a:off x="840059" y="2969941"/>
            <a:ext cx="2743199" cy="1828799"/>
          </a:xfrm>
          <a:prstGeom prst="rect">
            <a:avLst/>
          </a:prstGeom>
        </p:spPr>
      </p:pic>
      <p:pic>
        <p:nvPicPr>
          <p:cNvPr id="7" name="Picture 6" descr="A group of people in front of computers&#10;&#10;AI-generated content may be incorrect.">
            <a:extLst>
              <a:ext uri="{FF2B5EF4-FFF2-40B4-BE49-F238E27FC236}">
                <a16:creationId xmlns:a16="http://schemas.microsoft.com/office/drawing/2014/main" id="{FAFE3C2B-B79D-947D-0104-4A439FB82644}"/>
              </a:ext>
            </a:extLst>
          </p:cNvPr>
          <p:cNvPicPr>
            <a:picLocks noChangeAspect="1"/>
          </p:cNvPicPr>
          <p:nvPr/>
        </p:nvPicPr>
        <p:blipFill>
          <a:blip r:embed="rId4"/>
          <a:stretch>
            <a:fillRect/>
          </a:stretch>
        </p:blipFill>
        <p:spPr>
          <a:xfrm>
            <a:off x="9916409" y="3482"/>
            <a:ext cx="2274211" cy="1373263"/>
          </a:xfrm>
          <a:prstGeom prst="rect">
            <a:avLst/>
          </a:prstGeom>
        </p:spPr>
      </p:pic>
      <p:pic>
        <p:nvPicPr>
          <p:cNvPr id="8" name="Picture 7" descr="Fantastic Contraption – LearnVR.org">
            <a:extLst>
              <a:ext uri="{FF2B5EF4-FFF2-40B4-BE49-F238E27FC236}">
                <a16:creationId xmlns:a16="http://schemas.microsoft.com/office/drawing/2014/main" id="{1D7AE232-556A-2EE1-D6EF-8E1B1A0987F6}"/>
              </a:ext>
            </a:extLst>
          </p:cNvPr>
          <p:cNvPicPr>
            <a:picLocks noChangeAspect="1"/>
          </p:cNvPicPr>
          <p:nvPr/>
        </p:nvPicPr>
        <p:blipFill>
          <a:blip r:embed="rId5"/>
          <a:stretch>
            <a:fillRect/>
          </a:stretch>
        </p:blipFill>
        <p:spPr>
          <a:xfrm>
            <a:off x="9359660" y="5175849"/>
            <a:ext cx="2832340" cy="1682151"/>
          </a:xfrm>
          <a:prstGeom prst="rect">
            <a:avLst/>
          </a:prstGeom>
        </p:spPr>
      </p:pic>
    </p:spTree>
    <p:extLst>
      <p:ext uri="{BB962C8B-B14F-4D97-AF65-F5344CB8AC3E}">
        <p14:creationId xmlns:p14="http://schemas.microsoft.com/office/powerpoint/2010/main" val="3854793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BAE2-ADDB-04A5-1E76-8439F7D3C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FBB72-10EF-B2EC-15B2-13DF8BA6345B}"/>
              </a:ext>
            </a:extLst>
          </p:cNvPr>
          <p:cNvSpPr>
            <a:spLocks noGrp="1"/>
          </p:cNvSpPr>
          <p:nvPr>
            <p:ph type="title"/>
          </p:nvPr>
        </p:nvSpPr>
        <p:spPr/>
        <p:txBody>
          <a:bodyPr>
            <a:normAutofit/>
          </a:bodyPr>
          <a:lstStyle/>
          <a:p>
            <a:r>
              <a:rPr lang="en-US" sz="6000">
                <a:ea typeface="+mj-lt"/>
                <a:cs typeface="+mj-lt"/>
              </a:rPr>
              <a:t>Meta Quest Developer Hub</a:t>
            </a:r>
            <a:endParaRPr lang="en-US" sz="6000"/>
          </a:p>
        </p:txBody>
      </p:sp>
      <p:pic>
        <p:nvPicPr>
          <p:cNvPr id="7" name="Picture 6" descr="A group of people in front of computers&#10;&#10;AI-generated content may be incorrect.">
            <a:extLst>
              <a:ext uri="{FF2B5EF4-FFF2-40B4-BE49-F238E27FC236}">
                <a16:creationId xmlns:a16="http://schemas.microsoft.com/office/drawing/2014/main" id="{0828175C-9FBE-E256-B4C0-0B77C30D295D}"/>
              </a:ext>
            </a:extLst>
          </p:cNvPr>
          <p:cNvPicPr>
            <a:picLocks noChangeAspect="1"/>
          </p:cNvPicPr>
          <p:nvPr/>
        </p:nvPicPr>
        <p:blipFill>
          <a:blip r:embed="rId2"/>
          <a:stretch>
            <a:fillRect/>
          </a:stretch>
        </p:blipFill>
        <p:spPr>
          <a:xfrm>
            <a:off x="9916409" y="3482"/>
            <a:ext cx="2274211" cy="1373263"/>
          </a:xfrm>
          <a:prstGeom prst="rect">
            <a:avLst/>
          </a:prstGeom>
        </p:spPr>
      </p:pic>
      <p:pic>
        <p:nvPicPr>
          <p:cNvPr id="10" name="Picture 9">
            <a:extLst>
              <a:ext uri="{FF2B5EF4-FFF2-40B4-BE49-F238E27FC236}">
                <a16:creationId xmlns:a16="http://schemas.microsoft.com/office/drawing/2014/main" id="{3F31979B-6948-FFE8-9C77-E55661565B48}"/>
              </a:ext>
            </a:extLst>
          </p:cNvPr>
          <p:cNvPicPr>
            <a:picLocks noChangeAspect="1"/>
          </p:cNvPicPr>
          <p:nvPr/>
        </p:nvPicPr>
        <p:blipFill>
          <a:blip r:embed="rId3"/>
          <a:stretch>
            <a:fillRect/>
          </a:stretch>
        </p:blipFill>
        <p:spPr>
          <a:xfrm>
            <a:off x="983672" y="3339187"/>
            <a:ext cx="6393873" cy="2950536"/>
          </a:xfrm>
          <a:prstGeom prst="rect">
            <a:avLst/>
          </a:prstGeom>
        </p:spPr>
      </p:pic>
      <p:sp>
        <p:nvSpPr>
          <p:cNvPr id="11" name="TextBox 10">
            <a:extLst>
              <a:ext uri="{FF2B5EF4-FFF2-40B4-BE49-F238E27FC236}">
                <a16:creationId xmlns:a16="http://schemas.microsoft.com/office/drawing/2014/main" id="{FEB7DA69-4E60-2225-C562-9762EEED42E5}"/>
              </a:ext>
            </a:extLst>
          </p:cNvPr>
          <p:cNvSpPr txBox="1"/>
          <p:nvPr/>
        </p:nvSpPr>
        <p:spPr>
          <a:xfrm>
            <a:off x="983673" y="1586345"/>
            <a:ext cx="953192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highlight>
                  <a:srgbClr val="152127"/>
                </a:highlight>
                <a:ea typeface="+mn-lt"/>
                <a:cs typeface="+mn-lt"/>
              </a:rPr>
              <a:t>Meta Quest Developer Hub (MQDH) is an application for Windows and MacOS that allows developers to manage their devices, debug their apps, and submit their apps to the Store.</a:t>
            </a:r>
            <a:endParaRPr lang="en-US"/>
          </a:p>
          <a:p>
            <a:br>
              <a:rPr lang="en-US" dirty="0"/>
            </a:br>
            <a:endParaRPr lang="en-US" dirty="0"/>
          </a:p>
          <a:p>
            <a:r>
              <a:rPr lang="en-US" dirty="0">
                <a:hlinkClick r:id="rId4"/>
              </a:rPr>
              <a:t>https://developers.meta.com/horizon/documentation/unity/ts-mqdh/</a:t>
            </a:r>
            <a:r>
              <a:rPr lang="en-US" dirty="0"/>
              <a:t> </a:t>
            </a:r>
            <a:endParaRPr lang="en-US"/>
          </a:p>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322E429C-FF49-AEA1-5EE5-0FF696F23554}"/>
              </a:ext>
            </a:extLst>
          </p:cNvPr>
          <p:cNvPicPr>
            <a:picLocks noChangeAspect="1"/>
          </p:cNvPicPr>
          <p:nvPr/>
        </p:nvPicPr>
        <p:blipFill>
          <a:blip r:embed="rId5"/>
          <a:srcRect/>
          <a:stretch>
            <a:fillRect/>
          </a:stretch>
        </p:blipFill>
        <p:spPr>
          <a:xfrm>
            <a:off x="7992341" y="3660198"/>
            <a:ext cx="3009900" cy="1962150"/>
          </a:xfrm>
          <a:prstGeom prst="rect">
            <a:avLst/>
          </a:prstGeom>
        </p:spPr>
      </p:pic>
    </p:spTree>
    <p:extLst>
      <p:ext uri="{BB962C8B-B14F-4D97-AF65-F5344CB8AC3E}">
        <p14:creationId xmlns:p14="http://schemas.microsoft.com/office/powerpoint/2010/main" val="3320467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52"/>
          <p:cNvSpPr txBox="1">
            <a:spLocks noGrp="1"/>
          </p:cNvSpPr>
          <p:nvPr>
            <p:ph type="title"/>
          </p:nvPr>
        </p:nvSpPr>
        <p:spPr>
          <a:xfrm>
            <a:off x="415600" y="893800"/>
            <a:ext cx="11360800" cy="5818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SzPts val="990"/>
            </a:pPr>
            <a:r>
              <a:rPr lang="en" sz="2800"/>
              <a:t>PS – in January - Global Game Jam </a:t>
            </a:r>
            <a:endParaRPr lang="en-US" sz="2800"/>
          </a:p>
        </p:txBody>
      </p:sp>
      <p:sp>
        <p:nvSpPr>
          <p:cNvPr id="489" name="Google Shape;489;p52"/>
          <p:cNvSpPr txBox="1">
            <a:spLocks noGrp="1"/>
          </p:cNvSpPr>
          <p:nvPr>
            <p:ph type="body" idx="1"/>
          </p:nvPr>
        </p:nvSpPr>
        <p:spPr>
          <a:xfrm>
            <a:off x="363600" y="1839200"/>
            <a:ext cx="10375200" cy="1515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08965" indent="-405765">
              <a:buSzPts val="1200"/>
            </a:pPr>
            <a:r>
              <a:rPr lang="en" sz="1400" dirty="0">
                <a:solidFill>
                  <a:schemeClr val="hlink"/>
                </a:solidFill>
                <a:hlinkClick r:id="rId3">
                  <a:extLst>
                    <a:ext uri="{A12FA001-AC4F-418D-AE19-62706E023703}">
                      <ahyp:hlinkClr xmlns:ahyp="http://schemas.microsoft.com/office/drawing/2018/hyperlinkcolor" val="tx"/>
                    </a:ext>
                  </a:extLst>
                </a:hlinkClick>
              </a:rPr>
              <a:t>https://globalgamejam.org/jam-sites/2026/university-pittsburgh-bradford</a:t>
            </a:r>
            <a:endParaRPr lang="en-US" sz="1400">
              <a:solidFill>
                <a:srgbClr val="2A3990"/>
              </a:solidFill>
              <a:hlinkClick r:id="rId3">
                <a:extLst>
                  <a:ext uri="{A12FA001-AC4F-418D-AE19-62706E023703}">
                    <ahyp:hlinkClr xmlns:ahyp="http://schemas.microsoft.com/office/drawing/2018/hyperlinkcolor" val="tx"/>
                  </a:ext>
                </a:extLst>
              </a:hlinkClick>
            </a:endParaRPr>
          </a:p>
          <a:p>
            <a:pPr marL="608965" indent="-405765">
              <a:buSzPts val="1200"/>
            </a:pPr>
            <a:r>
              <a:rPr lang="en" sz="1400" dirty="0">
                <a:solidFill>
                  <a:srgbClr val="467886"/>
                </a:solidFill>
                <a:hlinkClick r:id="rId4">
                  <a:extLst>
                    <a:ext uri="{A12FA001-AC4F-418D-AE19-62706E023703}">
                      <ahyp:hlinkClr xmlns:ahyp="http://schemas.microsoft.com/office/drawing/2018/hyperlinkcolor" val="tx"/>
                    </a:ext>
                  </a:extLst>
                </a:hlinkClick>
              </a:rPr>
              <a:t>https://globalgamejam.org/jam-sites/2025/university-pittsburgh-bradford</a:t>
            </a:r>
            <a:r>
              <a:rPr lang="en" sz="1400" dirty="0"/>
              <a:t> </a:t>
            </a:r>
            <a:br>
              <a:rPr lang="en" sz="1400" dirty="0"/>
            </a:br>
            <a:r>
              <a:rPr lang="en" sz="1400" dirty="0">
                <a:solidFill>
                  <a:schemeClr val="hlink"/>
                </a:solidFill>
                <a:hlinkClick r:id="rId5">
                  <a:extLst>
                    <a:ext uri="{A12FA001-AC4F-418D-AE19-62706E023703}">
                      <ahyp:hlinkClr xmlns:ahyp="http://schemas.microsoft.com/office/drawing/2018/hyperlinkcolor" val="tx"/>
                    </a:ext>
                  </a:extLst>
                </a:hlinkClick>
              </a:rPr>
              <a:t>https://globalgamejam.org/jam-sites/2024/university-pittsburgh-bradford</a:t>
            </a:r>
            <a:r>
              <a:rPr lang="en" sz="1400" dirty="0"/>
              <a:t> </a:t>
            </a:r>
            <a:endParaRPr lang="en-US" sz="1400"/>
          </a:p>
          <a:p>
            <a:pPr marL="608965" lvl="0" indent="-414655" algn="l" rtl="0">
              <a:lnSpc>
                <a:spcPct val="100000"/>
              </a:lnSpc>
              <a:spcBef>
                <a:spcPts val="0"/>
              </a:spcBef>
              <a:spcAft>
                <a:spcPts val="0"/>
              </a:spcAft>
              <a:buSzPts val="1300"/>
              <a:buChar char="●"/>
            </a:pPr>
            <a:r>
              <a:rPr lang="en" sz="1400" u="sng" dirty="0">
                <a:solidFill>
                  <a:schemeClr val="accent5"/>
                </a:solidFill>
                <a:hlinkClick r:id="rId6">
                  <a:extLst>
                    <a:ext uri="{A12FA001-AC4F-418D-AE19-62706E023703}">
                      <ahyp:hlinkClr xmlns:ahyp="http://schemas.microsoft.com/office/drawing/2018/hyperlinkcolor" val="tx"/>
                    </a:ext>
                  </a:extLst>
                </a:hlinkClick>
              </a:rPr>
              <a:t>https://globalgamejam.org/2023/jam-sites/university-pittsburgh-bradford</a:t>
            </a:r>
            <a:r>
              <a:rPr lang="en" sz="1400" dirty="0">
                <a:solidFill>
                  <a:srgbClr val="000000"/>
                </a:solidFill>
              </a:rPr>
              <a:t> </a:t>
            </a:r>
            <a:endParaRPr sz="1400" dirty="0">
              <a:solidFill>
                <a:srgbClr val="000000"/>
              </a:solidFill>
            </a:endParaRPr>
          </a:p>
          <a:p>
            <a:pPr marL="608965" lvl="0" indent="-414655" algn="l" rtl="0">
              <a:lnSpc>
                <a:spcPct val="100000"/>
              </a:lnSpc>
              <a:spcBef>
                <a:spcPts val="0"/>
              </a:spcBef>
              <a:spcAft>
                <a:spcPts val="0"/>
              </a:spcAft>
              <a:buSzPts val="1300"/>
              <a:buChar char="●"/>
            </a:pPr>
            <a:r>
              <a:rPr lang="en" sz="1400" u="sng" dirty="0">
                <a:solidFill>
                  <a:schemeClr val="hlink"/>
                </a:solidFill>
                <a:hlinkClick r:id="rId7">
                  <a:extLst>
                    <a:ext uri="{A12FA001-AC4F-418D-AE19-62706E023703}">
                      <ahyp:hlinkClr xmlns:ahyp="http://schemas.microsoft.com/office/drawing/2018/hyperlinkcolor" val="tx"/>
                    </a:ext>
                  </a:extLst>
                </a:hlinkClick>
              </a:rPr>
              <a:t>https://globalgamejam.org/2022/games/last-knight-5-0</a:t>
            </a:r>
            <a:endParaRPr sz="1400" dirty="0">
              <a:solidFill>
                <a:schemeClr val="hlink"/>
              </a:solidFill>
            </a:endParaRPr>
          </a:p>
          <a:p>
            <a:pPr marL="608965" lvl="0" indent="-414655" algn="l" rtl="0">
              <a:lnSpc>
                <a:spcPct val="100000"/>
              </a:lnSpc>
              <a:spcBef>
                <a:spcPts val="0"/>
              </a:spcBef>
              <a:spcAft>
                <a:spcPts val="0"/>
              </a:spcAft>
              <a:buSzPts val="1300"/>
              <a:buChar char="●"/>
            </a:pPr>
            <a:r>
              <a:rPr lang="en" sz="1400" u="sng" dirty="0">
                <a:solidFill>
                  <a:schemeClr val="accent5"/>
                </a:solidFill>
                <a:hlinkClick r:id="rId8">
                  <a:extLst>
                    <a:ext uri="{A12FA001-AC4F-418D-AE19-62706E023703}">
                      <ahyp:hlinkClr xmlns:ahyp="http://schemas.microsoft.com/office/drawing/2018/hyperlinkcolor" val="tx"/>
                    </a:ext>
                  </a:extLst>
                </a:hlinkClick>
              </a:rPr>
              <a:t>https://globalgamejam.org/2021/jam-sites/university-pittsburgh-bradford</a:t>
            </a:r>
            <a:endParaRPr sz="1400" dirty="0">
              <a:solidFill>
                <a:schemeClr val="accent5"/>
              </a:solidFill>
            </a:endParaRPr>
          </a:p>
          <a:p>
            <a:pPr marL="608965" lvl="0" indent="-422910" algn="l" rtl="0">
              <a:lnSpc>
                <a:spcPct val="100000"/>
              </a:lnSpc>
              <a:spcBef>
                <a:spcPts val="0"/>
              </a:spcBef>
              <a:spcAft>
                <a:spcPts val="0"/>
              </a:spcAft>
              <a:buSzPts val="1400"/>
              <a:buChar char="●"/>
            </a:pPr>
            <a:r>
              <a:rPr lang="en" sz="1400" u="sng" dirty="0">
                <a:solidFill>
                  <a:schemeClr val="accent5"/>
                </a:solidFill>
                <a:hlinkClick r:id="rId9">
                  <a:extLst>
                    <a:ext uri="{A12FA001-AC4F-418D-AE19-62706E023703}">
                      <ahyp:hlinkClr xmlns:ahyp="http://schemas.microsoft.com/office/drawing/2018/hyperlinkcolor" val="tx"/>
                    </a:ext>
                  </a:extLst>
                </a:hlinkClick>
              </a:rPr>
              <a:t>https://globalgamejam.org/2019/games/house-spouse-2-electric-bungalow</a:t>
            </a:r>
            <a:r>
              <a:rPr lang="en" sz="1400" dirty="0">
                <a:solidFill>
                  <a:srgbClr val="000000"/>
                </a:solidFill>
              </a:rPr>
              <a:t> </a:t>
            </a:r>
            <a:r>
              <a:rPr lang="en" sz="1400" dirty="0"/>
              <a:t> </a:t>
            </a:r>
            <a:endParaRPr sz="1400" dirty="0"/>
          </a:p>
        </p:txBody>
      </p:sp>
      <p:pic>
        <p:nvPicPr>
          <p:cNvPr id="490" name="Google Shape;490;p52"/>
          <p:cNvPicPr preferRelativeResize="0"/>
          <p:nvPr/>
        </p:nvPicPr>
        <p:blipFill>
          <a:blip r:embed="rId10">
            <a:alphaModFix/>
          </a:blip>
          <a:stretch>
            <a:fillRect/>
          </a:stretch>
        </p:blipFill>
        <p:spPr>
          <a:xfrm>
            <a:off x="7067519" y="3523028"/>
            <a:ext cx="4875100" cy="3219156"/>
          </a:xfrm>
          <a:prstGeom prst="rect">
            <a:avLst/>
          </a:prstGeom>
          <a:noFill/>
          <a:ln>
            <a:noFill/>
          </a:ln>
        </p:spPr>
      </p:pic>
      <p:sp>
        <p:nvSpPr>
          <p:cNvPr id="491" name="Google Shape;491;p52"/>
          <p:cNvSpPr txBox="1"/>
          <p:nvPr/>
        </p:nvSpPr>
        <p:spPr>
          <a:xfrm>
            <a:off x="333200" y="5685767"/>
            <a:ext cx="6196000" cy="61560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200" u="sng">
                <a:solidFill>
                  <a:schemeClr val="hlink"/>
                </a:solidFill>
                <a:hlinkClick r:id="rId11"/>
              </a:rPr>
              <a:t>https://www.bradfordera.com/news/alternate-universe-pitt-bradford-students-create-video-game-in-weekend/article_2513cf3e-ca17-11e5-8bd6-2fa90e4fc756.html</a:t>
            </a:r>
            <a:r>
              <a:rPr lang="en" sz="1200"/>
              <a:t> </a:t>
            </a:r>
            <a:endParaRPr sz="1200"/>
          </a:p>
        </p:txBody>
      </p:sp>
      <p:pic>
        <p:nvPicPr>
          <p:cNvPr id="492" name="Google Shape;492;p52"/>
          <p:cNvPicPr preferRelativeResize="0"/>
          <p:nvPr/>
        </p:nvPicPr>
        <p:blipFill>
          <a:blip r:embed="rId12">
            <a:alphaModFix/>
          </a:blip>
          <a:stretch>
            <a:fillRect/>
          </a:stretch>
        </p:blipFill>
        <p:spPr>
          <a:xfrm>
            <a:off x="8999600" y="0"/>
            <a:ext cx="3185473" cy="612267"/>
          </a:xfrm>
          <a:prstGeom prst="rect">
            <a:avLst/>
          </a:prstGeom>
          <a:noFill/>
          <a:ln>
            <a:noFill/>
          </a:ln>
        </p:spPr>
      </p:pic>
      <p:pic>
        <p:nvPicPr>
          <p:cNvPr id="493" name="Google Shape;493;p52"/>
          <p:cNvPicPr preferRelativeResize="0"/>
          <p:nvPr/>
        </p:nvPicPr>
        <p:blipFill>
          <a:blip r:embed="rId13">
            <a:alphaModFix/>
          </a:blip>
          <a:stretch>
            <a:fillRect/>
          </a:stretch>
        </p:blipFill>
        <p:spPr>
          <a:xfrm>
            <a:off x="2932723" y="4123168"/>
            <a:ext cx="1648880" cy="1219129"/>
          </a:xfrm>
          <a:prstGeom prst="rect">
            <a:avLst/>
          </a:prstGeom>
          <a:noFill/>
          <a:ln>
            <a:noFill/>
          </a:ln>
        </p:spPr>
      </p:pic>
      <p:sp>
        <p:nvSpPr>
          <p:cNvPr id="494" name="Google Shape;494;p52"/>
          <p:cNvSpPr txBox="1"/>
          <p:nvPr/>
        </p:nvSpPr>
        <p:spPr>
          <a:xfrm>
            <a:off x="367066" y="1467599"/>
            <a:ext cx="10560134" cy="492402"/>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600" b="1">
                <a:solidFill>
                  <a:schemeClr val="dk1"/>
                </a:solidFill>
                <a:highlight>
                  <a:srgbClr val="00FFFF"/>
                </a:highlight>
                <a:latin typeface="Roboto"/>
                <a:ea typeface="Roboto"/>
                <a:cs typeface="Roboto"/>
                <a:sym typeface="Roboto"/>
              </a:rPr>
              <a:t>The Global Game Jam® (GGJ) is the world's largest game creation event</a:t>
            </a:r>
            <a:endParaRPr lang="en-US" sz="1600" b="1">
              <a:solidFill>
                <a:schemeClr val="dk1"/>
              </a:solidFill>
              <a:highlight>
                <a:srgbClr val="00FFFF"/>
              </a:highlight>
              <a:latin typeface="Roboto"/>
              <a:ea typeface="Roboto"/>
              <a:cs typeface="Roboto"/>
            </a:endParaRPr>
          </a:p>
        </p:txBody>
      </p:sp>
      <p:pic>
        <p:nvPicPr>
          <p:cNvPr id="495" name="Google Shape;495;p52"/>
          <p:cNvPicPr preferRelativeResize="0"/>
          <p:nvPr/>
        </p:nvPicPr>
        <p:blipFill>
          <a:blip r:embed="rId14">
            <a:alphaModFix/>
          </a:blip>
          <a:stretch>
            <a:fillRect/>
          </a:stretch>
        </p:blipFill>
        <p:spPr>
          <a:xfrm>
            <a:off x="658034" y="4123190"/>
            <a:ext cx="2114103" cy="1235377"/>
          </a:xfrm>
          <a:prstGeom prst="rect">
            <a:avLst/>
          </a:prstGeom>
          <a:noFill/>
          <a:ln>
            <a:noFill/>
          </a:ln>
        </p:spPr>
      </p:pic>
      <p:pic>
        <p:nvPicPr>
          <p:cNvPr id="496" name="Google Shape;496;p52"/>
          <p:cNvPicPr preferRelativeResize="0"/>
          <p:nvPr/>
        </p:nvPicPr>
        <p:blipFill>
          <a:blip r:embed="rId15">
            <a:alphaModFix/>
          </a:blip>
          <a:stretch>
            <a:fillRect/>
          </a:stretch>
        </p:blipFill>
        <p:spPr>
          <a:xfrm>
            <a:off x="4790461" y="4123169"/>
            <a:ext cx="1648873" cy="1235377"/>
          </a:xfrm>
          <a:prstGeom prst="rect">
            <a:avLst/>
          </a:prstGeom>
          <a:noFill/>
          <a:ln>
            <a:noFill/>
          </a:ln>
        </p:spPr>
      </p:pic>
      <p:sp>
        <p:nvSpPr>
          <p:cNvPr id="497" name="Google Shape;497;p52"/>
          <p:cNvSpPr txBox="1"/>
          <p:nvPr/>
        </p:nvSpPr>
        <p:spPr>
          <a:xfrm>
            <a:off x="600417" y="3526733"/>
            <a:ext cx="8361200" cy="51320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1733"/>
          </a:p>
        </p:txBody>
      </p:sp>
      <p:pic>
        <p:nvPicPr>
          <p:cNvPr id="498" name="Google Shape;498;p52"/>
          <p:cNvPicPr preferRelativeResize="0"/>
          <p:nvPr/>
        </p:nvPicPr>
        <p:blipFill>
          <a:blip r:embed="rId16">
            <a:alphaModFix/>
          </a:blip>
          <a:stretch>
            <a:fillRect/>
          </a:stretch>
        </p:blipFill>
        <p:spPr>
          <a:xfrm>
            <a:off x="9341767" y="2386634"/>
            <a:ext cx="2850232" cy="1140100"/>
          </a:xfrm>
          <a:prstGeom prst="rect">
            <a:avLst/>
          </a:prstGeom>
          <a:noFill/>
          <a:ln>
            <a:noFill/>
          </a:ln>
        </p:spPr>
      </p:pic>
      <p:pic>
        <p:nvPicPr>
          <p:cNvPr id="2" name="Picture 1" descr="GGJ2025 Team">
            <a:extLst>
              <a:ext uri="{FF2B5EF4-FFF2-40B4-BE49-F238E27FC236}">
                <a16:creationId xmlns:a16="http://schemas.microsoft.com/office/drawing/2014/main" id="{61F30F55-4D6A-1D34-3B3D-BAA5B9DD1187}"/>
              </a:ext>
            </a:extLst>
          </p:cNvPr>
          <p:cNvPicPr>
            <a:picLocks noChangeAspect="1"/>
          </p:cNvPicPr>
          <p:nvPr/>
        </p:nvPicPr>
        <p:blipFill>
          <a:blip r:embed="rId17"/>
          <a:stretch>
            <a:fillRect/>
          </a:stretch>
        </p:blipFill>
        <p:spPr>
          <a:xfrm>
            <a:off x="9081349" y="5065896"/>
            <a:ext cx="3190875" cy="1666875"/>
          </a:xfrm>
          <a:prstGeom prst="rect">
            <a:avLst/>
          </a:prstGeom>
        </p:spPr>
      </p:pic>
      <p:pic>
        <p:nvPicPr>
          <p:cNvPr id="4" name="Picture 3" descr="A blue sign with white text&#10;&#10;AI-generated content may be incorrect.">
            <a:extLst>
              <a:ext uri="{FF2B5EF4-FFF2-40B4-BE49-F238E27FC236}">
                <a16:creationId xmlns:a16="http://schemas.microsoft.com/office/drawing/2014/main" id="{37FED1DB-AD89-9B6F-6E46-772611064045}"/>
              </a:ext>
            </a:extLst>
          </p:cNvPr>
          <p:cNvPicPr>
            <a:picLocks noChangeAspect="1"/>
          </p:cNvPicPr>
          <p:nvPr/>
        </p:nvPicPr>
        <p:blipFill>
          <a:blip r:embed="rId18"/>
          <a:stretch>
            <a:fillRect/>
          </a:stretch>
        </p:blipFill>
        <p:spPr>
          <a:xfrm>
            <a:off x="2336" y="5032"/>
            <a:ext cx="3388384" cy="838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8D5B735-5600-4F7A-91BE-0C7753AF05E8}">
  <we:reference id="0f21ddb5-5c95-4be6-81cc-d95eba46e774" version="1.0.0.0" store="excatalog" storeType="excatalog"/>
  <we:alternateReferences>
    <we:reference id="WA104380902" version="1.0.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24</Slides>
  <Notes>6</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Virtual Reality </vt:lpstr>
      <vt:lpstr>Agenda</vt:lpstr>
      <vt:lpstr>VR Lab</vt:lpstr>
      <vt:lpstr>Syllabus</vt:lpstr>
      <vt:lpstr>Next, let's test out some hardware</vt:lpstr>
      <vt:lpstr>Development Setup</vt:lpstr>
      <vt:lpstr>Setup Notes</vt:lpstr>
      <vt:lpstr>This may take a while</vt:lpstr>
      <vt:lpstr>Intro to Unity</vt:lpstr>
      <vt:lpstr>Steam VR SDK</vt:lpstr>
      <vt:lpstr>Unity &amp; SteamVR : SteamVR </vt:lpstr>
      <vt:lpstr>Unity &amp; SteamVR : SteamVR</vt:lpstr>
      <vt:lpstr>Unity &amp; SteamVR : SteamVR</vt:lpstr>
      <vt:lpstr>Unity &amp; SteamVR : SteamVR</vt:lpstr>
      <vt:lpstr> SteamVR: The Scene</vt:lpstr>
      <vt:lpstr>XR Development with Unity A beginner's guide to creating virtual, augmented, and mixed reality experiences using Unity </vt:lpstr>
      <vt:lpstr>PS: Working with different versions of Unity</vt:lpstr>
      <vt:lpstr>Events</vt:lpstr>
      <vt:lpstr>Logistics</vt:lpstr>
      <vt:lpstr>Roles</vt:lpstr>
      <vt:lpstr>Next steps</vt:lpstr>
      <vt:lpstr>Meta XR Simulator</vt:lpstr>
      <vt:lpstr>Meta Quest Developer Hub</vt:lpstr>
      <vt:lpstr>PS – in January - Global Game Jam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645</cp:revision>
  <dcterms:created xsi:type="dcterms:W3CDTF">2025-08-12T21:55:57Z</dcterms:created>
  <dcterms:modified xsi:type="dcterms:W3CDTF">2026-08-30T01:51:54Z</dcterms:modified>
</cp:coreProperties>
</file>