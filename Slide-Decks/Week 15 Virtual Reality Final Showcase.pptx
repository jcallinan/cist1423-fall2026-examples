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What's in your showcase checklist?
   A tested build or URL, a backup video, and a reset.
Q2. What question should you be ready for?
   "How would you make it multiplayer?"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entra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Showcase: demo your VR / AR / WebXR project live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Showcase = 20% of your grade; Final Project = 20%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Stations, order, timing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presentation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that land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have ready before you arrive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finished project in 5 minutes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reliable demo station with a reset and a backup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stations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10–130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Showcase: 5-min presentations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130–145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 time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5 minutes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as the midterm, now with the whole semester behind it.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(30 s)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 and what they do.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2743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(2 min)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80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 plays; you narrate. Show the core loop end to end.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029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(1 min)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one picture: scene, scripts, packages.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(1 min)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bug, one playtest finding, one thing you'd redo.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9601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(30 s)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738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"how would you make it multiplayer?"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Showcase-day checklist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failed demos fail before the demo starts.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 (.exe + data folder) tested on a lab PC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WebXR URL that loads over the lab Wi-Fi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the right scene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screen recording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in your README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as a PDF on a USB stick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reset between players without taking the headset off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GolfVR's reset kiosk is the model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"showcase ready" looked like at Alumni Weekend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lab ran two showcases for visitors. Use them as a bar to aim for.</a:t>
            </a:r>
            <a:endParaRPr lang="en-US" sz="1350" dirty="0"/>
          </a:p>
        </p:txBody>
      </p:sp>
      <p:pic>
        <p:nvPicPr>
          <p:cNvPr id="7" name="Image 2" descr="C:\Users\Jeremy Callinan\AppData\Local\Temp\claude\c--GitHub-CIST1423-Fall2026-Examples\62e170c0-4055-4e17-811f-6bb67e40bfc7\scratchpad\deck\img\golf_entra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3566160" cy="200596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017645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GolfVR: welcome sign facing the spawn point, clear first step</a:t>
            </a:r>
            <a:endParaRPr lang="en-US" sz="1200" dirty="0"/>
          </a:p>
        </p:txBody>
      </p:sp>
      <p:pic>
        <p:nvPicPr>
          <p:cNvPr id="9" name="Image 3" descr="C:\Users\Jeremy Callinan\AppData\Local\Temp\claude\c--GitHub-CIST1423-Fall2026-Examples\62e170c0-4055-4e17-811f-6bb67e40bfc7\scratchpad\deck\img\ww_multi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3566160" cy="2007239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297680" y="4018919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WaterWorks: works on headset and laptop, in the same room</a:t>
            </a:r>
            <a:endParaRPr lang="en-US" sz="1200" dirty="0"/>
          </a:p>
        </p:txBody>
      </p:sp>
      <p:pic>
        <p:nvPicPr>
          <p:cNvPr id="11" name="Image 4" descr="C:\Users\Jeremy Callinan\AppData\Local\Temp\claude\c--GitHub-CIST1423-Fall2026-Examples\62e170c0-4055-4e17-811f-6bb67e40bfc7\scratchpad\deck\img\panther_gol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20240"/>
            <a:ext cx="3566160" cy="2007239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38160" y="4018919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panther-builder: one URL, works without a headset too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your showcase checklist?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 should you be ready for?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project live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and final exam next week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your playtesters in your README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15 — Final Showcase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Showcase: demo your VR / AR / WebXR project live</dc:title>
  <dc:subject>PptxGenJS Presentation</dc:subject>
  <dc:creator>PptxGenJS</dc:creator>
  <cp:lastModifiedBy>PptxGenJS</cp:lastModifiedBy>
  <cp:revision>1</cp:revision>
  <dcterms:created xsi:type="dcterms:W3CDTF">2026-09-28T00:20:11Z</dcterms:created>
  <dcterms:modified xsi:type="dcterms:W3CDTF">2026-09-28T00:20:11Z</dcterms:modified>
</cp:coreProperties>
</file>