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Syllabus Week 3: Ch. 2 second half. Title image: GolfVR festive entrance plaza (Asset Store packs + lighting).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Inspector for a Week 2 primitive and add/remove components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GolfHole.cs comments explain the sleeping-rigidbody issue. Great exam-style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PBR parameters as three.js MeshStandardMaterial in panther-builder (constants.js).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.gitignore at the repo root documents the unused-pack folders and how they were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 needs 90 Hz, so baking is a big win. RenderSettings.skybox / ambientIntensity are changed in FireworksCelebrationController.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1 in class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Two objects collide. Neither has a Rigidbody. Does OnCollisionEnter fire?
   No: at least one of the two needs a Rigidbody.
Q2. Why did GolfVR stop relying on OnTriggerStay for the cup?
   Unity stops sending it to a sleeping Rigidbody, and a ball at rest in the cup is exactly that case.
Q3. A material shows pink. What happened?
   Its shader doesn't match the render pipeline (e.g. Built-In material in URP). Convert it.
Q4. When do you need a light probe?
   For moving objects in a scene with baked lighting, so they receive the baked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golf_plaz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Creation II: components, colliders, materials, prefabs, Asset Store, lighting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1 this week: Ch. 1–2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colliders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GameObjects are containers; physics needs colliders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prefabs, Asset Store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other people's work without breaking yours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&amp; probes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vs baked, light and reflection probes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component is, and add colliders, Rigidbodies and triggers correctly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PBR materials (albedo, metallic, smoothness, normal map)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override and unpack prefabs; import only what you need from the Asset Store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4846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realtime vs baked lighting, and use light and reflection probes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10–45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colliders, materials, prefabs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45–60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and probes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60–100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1 (Ch. 1–2)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7680960" y="4873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100–145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8778240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extend your Week 2 scene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680960" y="5440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145–150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778240" y="5440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GameObject is a bag of components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has a Transform; everything else is a component you add.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640330" cy="3429000"/>
          </a:xfrm>
          <a:prstGeom prst="roundRect">
            <a:avLst>
              <a:gd name="adj" fmla="val 2771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18173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2274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rotation, scale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Parent/child: children move with parents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world space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3326130" y="1920240"/>
            <a:ext cx="2640330" cy="3429000"/>
          </a:xfrm>
          <a:prstGeom prst="roundRect">
            <a:avLst>
              <a:gd name="adj" fmla="val 2771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01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966210" y="2103120"/>
            <a:ext cx="18173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Filter + Renderer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3509010" y="2560320"/>
            <a:ext cx="2274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 (mesh)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 (material)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renderer = invisible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195060" y="1920240"/>
            <a:ext cx="2640330" cy="3429000"/>
          </a:xfrm>
          <a:prstGeom prst="roundRect">
            <a:avLst>
              <a:gd name="adj" fmla="val 2771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835140" y="2103120"/>
            <a:ext cx="18173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6377940" y="2560320"/>
            <a:ext cx="2274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physics sees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/ Sphere / Capsule / Mesh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 trigger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9063990" y="1920240"/>
            <a:ext cx="2640330" cy="3429000"/>
          </a:xfrm>
          <a:prstGeom prst="roundRect">
            <a:avLst>
              <a:gd name="adj" fmla="val 2771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6870" y="2103120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704070" y="2103120"/>
            <a:ext cx="18173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scripts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9246870" y="2560320"/>
            <a:ext cx="2274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MonoBehaviour is a component too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 → Start → Update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fields show in the Inspector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lab: ground, table, sphere were each "primitive + components". This week we add behaviour and looks.</a:t>
            </a:r>
            <a:endParaRPr lang="en-US" sz="1250" dirty="0"/>
          </a:p>
        </p:txBody>
      </p:sp>
      <p:sp>
        <p:nvSpPr>
          <p:cNvPr id="25" name="Text 17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Colliders, Rigidbodies, and which callback fires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of the two objects needs a Rigidbody for any of these to fire.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83464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in our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bumps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Collider + Rigidbody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OnCollisionEnter(Collision)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GolfPutter hits GolfBall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"Did something enter this zone?"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Collider with Is 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OnTriggerEnter(Collider)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ObstacleAnimator zones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"Is it still inside?"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OnTriggerStay: careful!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GolfHole cup (see note)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scenery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Collider, no Rigidbody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walls,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movement that still pushes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Rigidbody (Is Kinematic)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 on the other body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held putter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 from GolfVR: Unity stops sending OnTriggerStay to a sleeping Rigidbody, so a ball at rest in the cup never "arrived". The fix checks distance in FixedUpdate.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Materials: how a surface responds to light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"Standard" vs URP "Lit" shader: same ideas, different shader names.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640330" cy="4206240"/>
          </a:xfrm>
          <a:prstGeom prst="roundRect">
            <a:avLst>
              <a:gd name="adj" fmla="val 2771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18173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Albedo / Base Map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227457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(or texture)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Pitt finishes: #003594 blue, #FFB81C gold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3326130" y="1920240"/>
            <a:ext cx="2640330" cy="4206240"/>
          </a:xfrm>
          <a:prstGeom prst="roundRect">
            <a:avLst>
              <a:gd name="adj" fmla="val 2771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01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966210" y="2103120"/>
            <a:ext cx="18173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 + Smoothness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3509010" y="2560320"/>
            <a:ext cx="227457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reflects its surroundings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 = sharp vs blurry highlights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statue: metallic 0.85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195060" y="1920240"/>
            <a:ext cx="2640330" cy="4206240"/>
          </a:xfrm>
          <a:prstGeom prst="roundRect">
            <a:avLst>
              <a:gd name="adj" fmla="val 2771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835140" y="2103120"/>
            <a:ext cx="18173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map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6377940" y="2560320"/>
            <a:ext cx="227457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bumps without extra polygons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 scan keeps its normal map across finishes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9063990" y="1920240"/>
            <a:ext cx="2640330" cy="4206240"/>
          </a:xfrm>
          <a:prstGeom prst="roundRect">
            <a:avLst>
              <a:gd name="adj" fmla="val 2771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6870" y="2103120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704070" y="2103120"/>
            <a:ext cx="18173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= wrong pipeline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9246870" y="2560320"/>
            <a:ext cx="227457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uses a shader the render pipeline can't draw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Rendering → Materials → Convert…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Prefabs and the Asset Store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prefab is a reusable GameObject template. Asset Store packs are mostly prefabs.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6746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920240"/>
            <a:ext cx="2674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26746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2697480"/>
            <a:ext cx="24003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→ Package Manager → My Assets → Download → Import. Untick what you don't need.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14700" y="1920240"/>
            <a:ext cx="26746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14700" y="1920240"/>
            <a:ext cx="2674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14700" y="2560320"/>
            <a:ext cx="26746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51860" y="2697480"/>
            <a:ext cx="24003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prefab from Project into the Scene. Blue icon = linked instance.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72200" y="1920240"/>
            <a:ext cx="26746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172200" y="1920240"/>
            <a:ext cx="2674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72200" y="2560320"/>
            <a:ext cx="26746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309360" y="2697480"/>
            <a:ext cx="24003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instance; bold values are overrides. Overrides → Apply to push back.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9029700" y="1920240"/>
            <a:ext cx="2674620" cy="502920"/>
          </a:xfrm>
          <a:prstGeom prst="roundRect">
            <a:avLst>
              <a:gd name="adj" fmla="val 14545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29700" y="1920240"/>
            <a:ext cx="2674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029700" y="2560320"/>
            <a:ext cx="26746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66860" y="2697480"/>
            <a:ext cx="24003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Prefab → Unpack (one level) or Unpack Completely: now a plain GameObject.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57200" y="46177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0060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097280" y="4800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hygiene lesson from GolfVR</a:t>
            </a:r>
            <a:endParaRPr lang="en-US" sz="145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5257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Store packs brought ~1.37 GB into the project. Tracing references from every scene showed ~870 MB was never used (demo scenes, 4K textures), so those folders are git-ignored. Import only what you use.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Lighting: realtime, baked, mixed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pic>
        <p:nvPicPr>
          <p:cNvPr id="6" name="Image 2" descr="C:\Users\Jeremy Callinan\AppData\Local\Temp\claude\c--GitHub-CIST1423-Fall2026-Examples\62e170c0-4055-4e17-811f-6bb67e40bfc7\scratchpad\deck\img\golf_nigh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6583680" cy="3703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7200" y="56967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GolfVR fades the skybox and ambient light to night for its fireworks: all done by changing lighting at runtime.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7315200" y="1920240"/>
            <a:ext cx="4389120" cy="124968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103120"/>
            <a:ext cx="329184" cy="32918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55280" y="21031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types</a:t>
            </a:r>
            <a:endParaRPr lang="en-US" sz="1450" dirty="0"/>
          </a:p>
        </p:txBody>
      </p:sp>
      <p:sp>
        <p:nvSpPr>
          <p:cNvPr id="11" name="Text 5"/>
          <p:cNvSpPr txBox="1"/>
          <p:nvPr/>
        </p:nvSpPr>
        <p:spPr>
          <a:xfrm>
            <a:off x="7498080" y="256032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(sun), Point, Spot, Area (baked only)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7315200" y="3398520"/>
            <a:ext cx="4389120" cy="124968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581400"/>
            <a:ext cx="329184" cy="32918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955280" y="35814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vs baked</a:t>
            </a:r>
            <a:endParaRPr lang="en-US" sz="1450" dirty="0"/>
          </a:p>
        </p:txBody>
      </p:sp>
      <p:sp>
        <p:nvSpPr>
          <p:cNvPr id="15" name="Text 8"/>
          <p:cNvSpPr txBox="1"/>
          <p:nvPr/>
        </p:nvSpPr>
        <p:spPr>
          <a:xfrm>
            <a:off x="7498080" y="403860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Realtime: moves, costs every frame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Baked: precomputed lightmaps, cheap, static only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Mixed: bake indirect, keep direct shadows live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7315200" y="4876800"/>
            <a:ext cx="4389120" cy="1249680"/>
          </a:xfrm>
          <a:prstGeom prst="roundRect">
            <a:avLst>
              <a:gd name="adj" fmla="val 5854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5059680"/>
            <a:ext cx="329184" cy="32918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955280" y="5059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</a:t>
            </a:r>
            <a:endParaRPr lang="en-US" sz="1450" dirty="0"/>
          </a:p>
        </p:txBody>
      </p:sp>
      <p:sp>
        <p:nvSpPr>
          <p:cNvPr id="19" name="Text 11"/>
          <p:cNvSpPr txBox="1"/>
          <p:nvPr/>
        </p:nvSpPr>
        <p:spPr>
          <a:xfrm>
            <a:off x="7498080" y="551688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probes: baked light for moving objects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probes: what shiny things reflect</a:t>
            </a:r>
            <a:endParaRPr lang="en-US" sz="1250" dirty="0"/>
          </a:p>
        </p:txBody>
      </p:sp>
      <p:sp>
        <p:nvSpPr>
          <p:cNvPr id="20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1 review: Ch. 1–2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cold.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vocabulary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vs AR vs MR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rendering, 6DOF vs 3DOF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Headsets: Quest 2, Vive Pro 2, HoloLens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2252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446532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Hierarchy, Scene, Game, Inspector, Project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and Snap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pipelines: Built-In vs URP vs HDRP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4776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building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829056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and Transforms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Colliders, triggers, Rigidbodies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prefabs, lighting, probes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objects collide. Neither has a Rigidbody. Does OnCollisionEnter fire?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9506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236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23660" y="260604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GolfVR stop relying on OnTriggerStay for the cup?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43205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82346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shows pink. What happened?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9506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23660" y="43205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6423660" y="482346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you need a light probe?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your Week 2 scene: a custom material, one imported Asset Store object, adjusted lighting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it in Markdown with before/after screenshots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1 covers Ch. 1–2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VR Development in Unity I, SteamVR setup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3 — The Unity Editor &amp; Scene Creation II (Ch. 2, second half)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Scene Creation II: components, colliders, materials, prefabs, Asset Store, lighting</dc:title>
  <dc:subject>PptxGenJS Presentation</dc:subject>
  <dc:creator>PptxGenJS</dc:creator>
  <cp:lastModifiedBy>PptxGenJS</cp:lastModifiedBy>
  <cp:revision>1</cp:revision>
  <dcterms:created xsi:type="dcterms:W3CDTF">2026-09-28T00:20:09Z</dcterms:created>
  <dcterms:modified xsi:type="dcterms:W3CDTF">2026-09-28T00:20:09Z</dcterms:modified>
</cp:coreProperties>
</file>