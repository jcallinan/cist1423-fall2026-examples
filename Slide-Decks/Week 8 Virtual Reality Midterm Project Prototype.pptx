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Syllabus Week 8. Title image: GolfVR's hole-select test panel, a good example of building testing tools into a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
Q1. What should your first 30 seconds say?
   Who it's for and what they do: a one-sentence pitch.
Q2. What's the point of a backup video?
   Hardware fails; the demo still happens.
Q3. What makes a design-log entry useful later?
   A date, what was built, the problem, the fix, and a screenshot.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image" Target="../media/image-7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image" Target="../media/image-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bi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"/>
            <a:ext cx="3392424" cy="841248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096" y="0"/>
            <a:ext cx="2276856" cy="13716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37160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Virtual Reality</a:t>
            </a:r>
            <a:endParaRPr lang="en-US" sz="7200" dirty="0"/>
          </a:p>
        </p:txBody>
      </p:sp>
      <p:pic>
        <p:nvPicPr>
          <p:cNvPr id="5" name="Image 2" descr="C:\Users\Jeremy Callinan\AppData\Local\Temp\claude\c--GitHub-CIST1423-Fall2026-Examples\62e170c0-4055-4e17-811f-6bb67e40bfc7\scratchpad\deck\img\golf_holepanel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463040"/>
            <a:ext cx="4480560" cy="252374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48640" y="3611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Midterm prototype: show a working VR, AR or WebXR build and its design log</a:t>
            </a:r>
            <a:endParaRPr lang="en-US" sz="2200" dirty="0"/>
          </a:p>
        </p:txBody>
      </p:sp>
      <p:sp>
        <p:nvSpPr>
          <p:cNvPr id="7" name="Text 2"/>
          <p:cNvSpPr txBox="1"/>
          <p:nvPr/>
        </p:nvSpPr>
        <p:spPr>
          <a:xfrm>
            <a:off x="2130552" y="4572000"/>
            <a:ext cx="9217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Wednesdays at 6:00pm</a:t>
            </a:r>
            <a:endParaRPr lang="en-US" sz="20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1423 - 2010   VIRTUAL REALITY PROGRAMMING AND TECHNOLOGY</a:t>
            </a:r>
            <a:endParaRPr lang="en-US" sz="2000" dirty="0"/>
          </a:p>
        </p:txBody>
      </p:sp>
      <p:sp>
        <p:nvSpPr>
          <p:cNvPr id="8" name="Shape 3"/>
          <p:cNvSpPr/>
          <p:nvPr/>
        </p:nvSpPr>
        <p:spPr>
          <a:xfrm>
            <a:off x="411480" y="5806440"/>
            <a:ext cx="8138160" cy="640080"/>
          </a:xfrm>
          <a:prstGeom prst="roundRect">
            <a:avLst>
              <a:gd name="adj" fmla="val 14286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9" name="Image 3" descr="C:\Users\Jeremy Callinan\AppData\Local\Temp\claude\c--GitHub-CIST1423-Fall2026-Examples\62e170c0-4055-4e17-811f-6bb67e40bfc7\scratchpad\deck\img\pa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5916168"/>
            <a:ext cx="420624" cy="42062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143000" y="5806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reading: review of Ch. 1–4, then prototype demos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bi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"/>
            <a:ext cx="3392424" cy="841248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096" y="0"/>
            <a:ext cx="2276856" cy="13716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0" y="731520"/>
            <a:ext cx="5788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Agenda</a:t>
            </a:r>
            <a:endParaRPr lang="en-US" sz="40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208" y="2103120"/>
            <a:ext cx="1005840" cy="100584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158088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Ch. 1–4</a:t>
            </a:r>
            <a:endParaRPr lang="en-US" sz="2000" dirty="0"/>
          </a:p>
        </p:txBody>
      </p:sp>
      <p:sp>
        <p:nvSpPr>
          <p:cNvPr id="7" name="Text 2"/>
          <p:cNvSpPr txBox="1"/>
          <p:nvPr/>
        </p:nvSpPr>
        <p:spPr>
          <a:xfrm>
            <a:off x="1158088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Scenes, VR, AR, and our WebXR detour</a:t>
            </a:r>
            <a:endParaRPr lang="en-US" sz="13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2928" y="2103120"/>
            <a:ext cx="1005840" cy="100584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632808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demos</a:t>
            </a:r>
            <a:endParaRPr lang="en-US" sz="2000" dirty="0"/>
          </a:p>
        </p:txBody>
      </p:sp>
      <p:sp>
        <p:nvSpPr>
          <p:cNvPr id="10" name="Text 4"/>
          <p:cNvSpPr txBox="1"/>
          <p:nvPr/>
        </p:nvSpPr>
        <p:spPr>
          <a:xfrm>
            <a:off x="4632808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each, live in the lab</a:t>
            </a:r>
            <a:endParaRPr lang="en-US" sz="13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7648" y="2103120"/>
            <a:ext cx="1005840" cy="100584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8107528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log</a:t>
            </a:r>
            <a:endParaRPr lang="en-US" sz="2000" dirty="0"/>
          </a:p>
        </p:txBody>
      </p:sp>
      <p:sp>
        <p:nvSpPr>
          <p:cNvPr id="13" name="Text 6"/>
          <p:cNvSpPr txBox="1"/>
          <p:nvPr/>
        </p:nvSpPr>
        <p:spPr>
          <a:xfrm>
            <a:off x="8107528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good Markdown log looks like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class you can…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85800" y="23317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21031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 working prototype in 5 minutes with a clear core loop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858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325880" y="30175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design log with dated entries, screenshots and honest "what broke" notes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85800" y="41605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325880" y="39319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and take structured feedback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7452360" y="192024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680960" y="21031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plan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7680960" y="260604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8778240" y="26060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Ch. 1–4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7680960" y="317296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8778240" y="31729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format + design log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7680960" y="373989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20–135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8778240" y="37398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demos (5 min each)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7680960" y="430682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135–145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8778240" y="430682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7680960" y="487375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145–150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8778240" y="48737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8 — Midterm Project Prototype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Review: what you can build now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prototype should combine at least one item from each column.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3596640" cy="4206240"/>
          </a:xfrm>
          <a:prstGeom prst="roundRect">
            <a:avLst>
              <a:gd name="adj" fmla="val 2034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120"/>
            <a:ext cx="329184" cy="32918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0" y="210312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building (Ch. 1–2)</a:t>
            </a:r>
            <a:endParaRPr lang="en-US" sz="1450" dirty="0"/>
          </a:p>
        </p:txBody>
      </p:sp>
      <p:sp>
        <p:nvSpPr>
          <p:cNvPr id="10" name="Text 5"/>
          <p:cNvSpPr txBox="1"/>
          <p:nvPr/>
        </p:nvSpPr>
        <p:spPr>
          <a:xfrm>
            <a:off x="640080" y="2560320"/>
            <a:ext cx="3230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Primitives, prefabs, Asset Store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Materials, colliders, lighting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Hierarchy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4282440" y="1920240"/>
            <a:ext cx="3596640" cy="4206240"/>
          </a:xfrm>
          <a:prstGeom prst="roundRect">
            <a:avLst>
              <a:gd name="adj" fmla="val 2034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20" y="2103120"/>
            <a:ext cx="329184" cy="32918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922520" y="210312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(Ch. 3)</a:t>
            </a:r>
            <a:endParaRPr lang="en-US" sz="1450" dirty="0"/>
          </a:p>
        </p:txBody>
      </p:sp>
      <p:sp>
        <p:nvSpPr>
          <p:cNvPr id="14" name="Text 8"/>
          <p:cNvSpPr txBox="1"/>
          <p:nvPr/>
        </p:nvSpPr>
        <p:spPr>
          <a:xfrm>
            <a:off x="4465320" y="2560320"/>
            <a:ext cx="3230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SteamVR Player, teleport, grab/throw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HoverButton, actions not raw buttons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Haptics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8107680" y="1920240"/>
            <a:ext cx="3596640" cy="4206240"/>
          </a:xfrm>
          <a:prstGeom prst="roundRect">
            <a:avLst>
              <a:gd name="adj" fmla="val 2034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560" y="2103120"/>
            <a:ext cx="329184" cy="32918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747760" y="210312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or WebXR (Ch. 4 + Week 7)</a:t>
            </a:r>
            <a:endParaRPr lang="en-US" sz="1450" dirty="0"/>
          </a:p>
        </p:txBody>
      </p:sp>
      <p:sp>
        <p:nvSpPr>
          <p:cNvPr id="18" name="Text 11"/>
          <p:cNvSpPr txBox="1"/>
          <p:nvPr/>
        </p:nvSpPr>
        <p:spPr>
          <a:xfrm>
            <a:off x="8290560" y="2560320"/>
            <a:ext cx="3230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Foundation placed object, or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WebXR fork with its own parts/objects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VR only, with a stronger interaction</a:t>
            </a:r>
            <a:endParaRPr lang="en-US" sz="1450" dirty="0"/>
          </a:p>
        </p:txBody>
      </p:sp>
      <p:sp>
        <p:nvSpPr>
          <p:cNvPr id="19" name="Text 12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8 — Midterm Project Prototype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5-minute demo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for everyone, so we can compare fairly.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5720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Pitch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256032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94360" y="269748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sentence: who is it for and what do they do?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743200" y="19202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0E2841"/>
          </a:solidFill>
          <a:ln w="9525">
            <a:solidFill>
              <a:srgbClr val="0E284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74320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 Live demo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743200" y="256032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880360" y="269748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Headset on (or phone/browser). Show the core loop working once, end to end.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029200" y="19202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2920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2:30 How it's built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029200" y="256032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166360" y="269748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screenshot of the Hierarchy or code you're proud of.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315200" y="19202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31520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3:30 What broke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315200" y="256032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452360" y="269748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bug you hit and how you found it.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9601200" y="19202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60120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4:30 Next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9601200" y="256032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9738360" y="269748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final project adds.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457200" y="4617720"/>
            <a:ext cx="11247120" cy="1508760"/>
          </a:xfrm>
          <a:prstGeom prst="roundRect">
            <a:avLst>
              <a:gd name="adj" fmla="val 484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800600"/>
            <a:ext cx="329184" cy="329184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097280" y="480060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bring a backup video</a:t>
            </a:r>
            <a:endParaRPr lang="en-US" sz="1450" dirty="0"/>
          </a:p>
        </p:txBody>
      </p:sp>
      <p:sp>
        <p:nvSpPr>
          <p:cNvPr id="30" name="Text 25"/>
          <p:cNvSpPr txBox="1"/>
          <p:nvPr/>
        </p:nvSpPr>
        <p:spPr>
          <a:xfrm>
            <a:off x="640080" y="5257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Headsets die, Wi-Fi drops, SteamVR updates at the worst moment. A 30-second screen recording saves the demo.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8 — Midterm Project Prototype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design log (Markdown)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this as DESIGN-LOG.md next to your project.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6675120" cy="4206240"/>
          </a:xfrm>
          <a:prstGeom prst="roundRect">
            <a:avLst>
              <a:gd name="adj" fmla="val 1739"/>
            </a:avLst>
          </a:prstGeom>
          <a:solidFill>
            <a:srgbClr val="0B1620"/>
          </a:solidFill>
          <a:ln w="9525">
            <a:solidFill>
              <a:srgbClr val="0B162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21792" y="2048256"/>
            <a:ext cx="634593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&lt;Project name&gt;: design log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Concept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it's for, what they do, why VR/AR/web.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Platform &amp; setup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Unity 2022.3 + SteamVR 2.8 | AR Foundation | WebXR fork of ...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Entries (newest first)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2026-10-14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Built: teleport + grab test scene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Problem: labels rendered mirrored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Fix: TextMesh reads from -Z; removed the 180° turn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Screenshot: docs/2026-10-14.png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Playtest notes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What I'd change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7360920" y="1920240"/>
            <a:ext cx="434340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103120"/>
            <a:ext cx="329184" cy="3291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001000" y="210312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example</a:t>
            </a:r>
            <a:endParaRPr lang="en-US" sz="1450" dirty="0"/>
          </a:p>
        </p:txBody>
      </p:sp>
      <p:sp>
        <p:nvSpPr>
          <p:cNvPr id="12" name="Text 7"/>
          <p:cNvSpPr txBox="1"/>
          <p:nvPr/>
        </p:nvSpPr>
        <p:spPr>
          <a:xfrm>
            <a:off x="7543800" y="2560320"/>
            <a:ext cx="39776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GolfVR Docs/README.md: controls, features, every bug found and fixed, test tools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7360920" y="4137660"/>
            <a:ext cx="4343400" cy="1988820"/>
          </a:xfrm>
          <a:prstGeom prst="roundRect">
            <a:avLst>
              <a:gd name="adj" fmla="val 3678"/>
            </a:avLst>
          </a:prstGeom>
          <a:solidFill>
            <a:srgbClr val="0E2841"/>
          </a:solidFill>
          <a:ln w="9525">
            <a:solidFill>
              <a:srgbClr val="0E2841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4320540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001000" y="432054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on</a:t>
            </a:r>
            <a:endParaRPr lang="en-US" sz="1450" dirty="0"/>
          </a:p>
        </p:txBody>
      </p:sp>
      <p:sp>
        <p:nvSpPr>
          <p:cNvPr id="16" name="Text 10"/>
          <p:cNvSpPr txBox="1"/>
          <p:nvPr/>
        </p:nvSpPr>
        <p:spPr>
          <a:xfrm>
            <a:off x="7543800" y="4777740"/>
            <a:ext cx="39776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on GitHub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with dated entries + screenshots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"what broke" section</a:t>
            </a:r>
            <a:endParaRPr lang="en-US" sz="1250" dirty="0"/>
          </a:p>
        </p:txBody>
      </p:sp>
      <p:sp>
        <p:nvSpPr>
          <p:cNvPr id="17" name="Text 11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8 — Midterm Project Prototype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testing tools into your prototype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GolfVR shipped with in-world tools that made demos and testing faster.</a:t>
            </a:r>
            <a:endParaRPr lang="en-US" sz="1350" dirty="0"/>
          </a:p>
        </p:txBody>
      </p:sp>
      <p:pic>
        <p:nvPicPr>
          <p:cNvPr id="7" name="Image 2" descr="C:\Users\Jeremy Callinan\AppData\Local\Temp\claude\c--GitHub-CIST1423-Fall2026-Examples\62e170c0-4055-4e17-811f-6bb67e40bfc7\scratchpad\deck\img\golf_holepanel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20240"/>
            <a:ext cx="3566160" cy="200596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57200" y="4017645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"Pick a hole" panel: jump straight to the part you're testing</a:t>
            </a:r>
            <a:endParaRPr lang="en-US" sz="1200" dirty="0"/>
          </a:p>
        </p:txBody>
      </p:sp>
      <p:pic>
        <p:nvPicPr>
          <p:cNvPr id="9" name="Image 3" descr="C:\Users\Jeremy Callinan\AppData\Local\Temp\claude\c--GitHub-CIST1423-Fall2026-Examples\62e170c0-4055-4e17-811f-6bb67e40bfc7\scratchpad\deck\img\golf_kiosk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920240"/>
            <a:ext cx="3566160" cy="2005965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4297680" y="4017645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reset kiosk: reset between visitors without taking off the headset</a:t>
            </a:r>
            <a:endParaRPr lang="en-US" sz="1200" dirty="0"/>
          </a:p>
        </p:txBody>
      </p:sp>
      <p:pic>
        <p:nvPicPr>
          <p:cNvPr id="11" name="Image 4" descr="C:\Users\Jeremy Callinan\AppData\Local\Temp\claude\c--GitHub-CIST1423-Fall2026-Examples\62e170c0-4055-4e17-811f-6bb67e40bfc7\scratchpad\deck\img\w5_overview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920240"/>
            <a:ext cx="3566160" cy="2007239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8138160" y="4018919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 builder: rebuild the whole test scene from a menu command</a:t>
            </a:r>
            <a:endParaRPr lang="en-US" sz="1200" dirty="0"/>
          </a:p>
        </p:txBody>
      </p:sp>
      <p:sp>
        <p:nvSpPr>
          <p:cNvPr id="13" name="Text 6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8 — Midterm Project Prototype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 a partner first, then we'll compare.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3596640" cy="4206240"/>
          </a:xfrm>
          <a:prstGeom prst="roundRect">
            <a:avLst>
              <a:gd name="adj" fmla="val 2034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606040"/>
            <a:ext cx="3139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your first 30 seconds say?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282440" y="1920240"/>
            <a:ext cx="3596640" cy="4206240"/>
          </a:xfrm>
          <a:prstGeom prst="roundRect">
            <a:avLst>
              <a:gd name="adj" fmla="val 2034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51104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4511040" y="2606040"/>
            <a:ext cx="3139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point of a backup video?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107680" y="1920240"/>
            <a:ext cx="3596640" cy="4206240"/>
          </a:xfrm>
          <a:prstGeom prst="roundRect">
            <a:avLst>
              <a:gd name="adj" fmla="val 2034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33628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8336280" y="2606040"/>
            <a:ext cx="3139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design-log entry useful later?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8 — Midterm Project Prototype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10972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steps: homework + planning</a:t>
            </a:r>
            <a:endParaRPr lang="en-US" sz="36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03120"/>
            <a:ext cx="7863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midterm prototype on GitHub with DESIGN-LOG.md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in class: 5 minutes, live, with a backup video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Ch. 5, interactive VR with and without code</a:t>
            </a:r>
            <a:endParaRPr lang="en-US" sz="1600" dirty="0"/>
          </a:p>
        </p:txBody>
      </p:sp>
      <p:pic>
        <p:nvPicPr>
          <p:cNvPr id="6" name="Image 2" descr="C:\Users\Jeremy Callinan\AppData\Local\Temp\claude\c--GitHub-CIST1423-Fall2026-Examples\62e170c0-4055-4e17-811f-6bb67e40bfc7\scratchpad\deck\img\alumni_badg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4846320"/>
            <a:ext cx="2926080" cy="169164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200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8 — Midterm Project Prototype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Midterm prototype: show a working VR, AR or WebXR build and its design log</dc:title>
  <dc:subject>PptxGenJS Presentation</dc:subject>
  <dc:creator>PptxGenJS</dc:creator>
  <cp:lastModifiedBy>PptxGenJS</cp:lastModifiedBy>
  <cp:revision>1</cp:revision>
  <dcterms:created xsi:type="dcterms:W3CDTF">2026-09-28T00:20:10Z</dcterms:created>
  <dcterms:modified xsi:type="dcterms:W3CDTF">2026-09-28T00:20:10Z</dcterms:modified>
</cp:coreProperties>
</file>